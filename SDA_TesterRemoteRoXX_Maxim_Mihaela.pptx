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5670550" cx="10080625"/>
  <p:notesSz cx="6858000" cy="9144000"/>
  <p:embeddedFontLst>
    <p:embeddedFont>
      <p:font typeface="Tino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1" roundtripDataSignature="AMtx7mgqxJnc+GtIouUh4h3fPttJaWxs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Tinos-bold.fntdata"/><Relationship Id="rId27" Type="http://schemas.openxmlformats.org/officeDocument/2006/relationships/font" Target="fonts/Tinos-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Tinos-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customschemas.google.com/relationships/presentationmetadata" Target="metadata"/><Relationship Id="rId30" Type="http://schemas.openxmlformats.org/officeDocument/2006/relationships/font" Target="fonts/Tinos-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06487" y="812800"/>
            <a:ext cx="5343525" cy="40068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5650" y="5078412"/>
            <a:ext cx="6046787" cy="4810125"/>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79775" cy="533400"/>
          </a:xfrm>
          <a:prstGeom prst="rect">
            <a:avLst/>
          </a:prstGeom>
          <a:noFill/>
          <a:ln>
            <a:noFill/>
          </a:ln>
        </p:spPr>
        <p:txBody>
          <a:bodyPr anchorCtr="0" anchor="t" bIns="0" lIns="0" spcFirstLastPara="1" rIns="0" wrap="square" tIns="0">
            <a:noAutofit/>
          </a:bodyPr>
          <a:lstStyle>
            <a:lvl1pPr lvl="0"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6" name="Google Shape;6;n"/>
          <p:cNvSpPr txBox="1"/>
          <p:nvPr>
            <p:ph idx="10" type="dt"/>
          </p:nvPr>
        </p:nvSpPr>
        <p:spPr>
          <a:xfrm>
            <a:off x="4278312" y="0"/>
            <a:ext cx="3279775" cy="533400"/>
          </a:xfrm>
          <a:prstGeom prst="rect">
            <a:avLst/>
          </a:prstGeom>
          <a:noFill/>
          <a:ln>
            <a:noFill/>
          </a:ln>
        </p:spPr>
        <p:txBody>
          <a:bodyPr anchorCtr="0" anchor="t" bIns="0" lIns="0" spcFirstLastPara="1" rIns="0" wrap="square" tIns="0">
            <a:noAutofit/>
          </a:bodyPr>
          <a:lstStyle>
            <a:lvl1pPr lvl="0"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10156825"/>
            <a:ext cx="3279775" cy="533400"/>
          </a:xfrm>
          <a:prstGeom prst="rect">
            <a:avLst/>
          </a:prstGeom>
          <a:noFill/>
          <a:ln>
            <a:noFill/>
          </a:ln>
        </p:spPr>
        <p:txBody>
          <a:bodyPr anchorCtr="0" anchor="b" bIns="0" lIns="0" spcFirstLastPara="1" rIns="0" wrap="square" tIns="0">
            <a:noAutofit/>
          </a:bodyPr>
          <a:lstStyle>
            <a:lvl1pPr lvl="0"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FFFFFF"/>
              </a:buClr>
              <a:buSzPts val="1400"/>
              <a:buFont typeface="Tinos"/>
              <a:buNone/>
            </a:pPr>
            <a:fld id="{00000000-1234-1234-1234-123412341234}" type="slidenum">
              <a:rPr b="0" i="0" lang="en-US" sz="1400" u="none" cap="none" strike="noStrike">
                <a:solidFill>
                  <a:srgbClr val="FFFFFF"/>
                </a:solidFill>
                <a:latin typeface="Tinos"/>
                <a:ea typeface="Tinos"/>
                <a:cs typeface="Tinos"/>
                <a:sym typeface="Tinos"/>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FFFFFF"/>
              </a:buClr>
              <a:buSzPts val="1400"/>
              <a:buFont typeface="Tinos"/>
              <a:buNone/>
            </a:pPr>
            <a:fld id="{00000000-1234-1234-1234-123412341234}" type="slidenum">
              <a:rPr b="0" i="0" lang="en-US" sz="1400" u="none">
                <a:solidFill>
                  <a:srgbClr val="FFFFFF"/>
                </a:solidFill>
                <a:latin typeface="Tinos"/>
                <a:ea typeface="Tinos"/>
                <a:cs typeface="Tinos"/>
                <a:sym typeface="Tinos"/>
              </a:rPr>
              <a:t>‹#›</a:t>
            </a:fld>
            <a:endParaRPr/>
          </a:p>
        </p:txBody>
      </p:sp>
      <p:sp>
        <p:nvSpPr>
          <p:cNvPr id="241" name="Google Shape;241;p1: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42" name="Google Shape;242;p1: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FFFFFF"/>
              </a:buClr>
              <a:buSzPts val="1400"/>
              <a:buFont typeface="Tinos"/>
              <a:buNone/>
            </a:pPr>
            <a:fld id="{00000000-1234-1234-1234-123412341234}" type="slidenum">
              <a:rPr b="0" i="0" lang="en-US" sz="1400" u="none">
                <a:solidFill>
                  <a:srgbClr val="FFFFFF"/>
                </a:solidFill>
                <a:latin typeface="Tinos"/>
                <a:ea typeface="Tinos"/>
                <a:cs typeface="Tinos"/>
                <a:sym typeface="Tinos"/>
              </a:rPr>
              <a:t>‹#›</a:t>
            </a:fld>
            <a:endParaRPr/>
          </a:p>
        </p:txBody>
      </p:sp>
      <p:sp>
        <p:nvSpPr>
          <p:cNvPr id="249" name="Google Shape;249;p2: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50" name="Google Shape;250;p2: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3: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FFFFFF"/>
              </a:buClr>
              <a:buSzPts val="1400"/>
              <a:buFont typeface="Tinos"/>
              <a:buNone/>
            </a:pPr>
            <a:fld id="{00000000-1234-1234-1234-123412341234}" type="slidenum">
              <a:rPr b="0" i="0" lang="en-US" sz="1400" u="none">
                <a:solidFill>
                  <a:srgbClr val="FFFFFF"/>
                </a:solidFill>
                <a:latin typeface="Tinos"/>
                <a:ea typeface="Tinos"/>
                <a:cs typeface="Tinos"/>
                <a:sym typeface="Tinos"/>
              </a:rPr>
              <a:t>‹#›</a:t>
            </a:fld>
            <a:endParaRPr/>
          </a:p>
        </p:txBody>
      </p:sp>
      <p:sp>
        <p:nvSpPr>
          <p:cNvPr id="258" name="Google Shape;258;p3: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59" name="Google Shape;259;p3: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4: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FFFFFF"/>
              </a:buClr>
              <a:buSzPts val="1400"/>
              <a:buFont typeface="Tinos"/>
              <a:buNone/>
            </a:pPr>
            <a:fld id="{00000000-1234-1234-1234-123412341234}" type="slidenum">
              <a:rPr b="0" i="0" lang="en-US" sz="1400" u="none">
                <a:solidFill>
                  <a:srgbClr val="FFFFFF"/>
                </a:solidFill>
                <a:latin typeface="Tinos"/>
                <a:ea typeface="Tinos"/>
                <a:cs typeface="Tinos"/>
                <a:sym typeface="Tinos"/>
              </a:rPr>
              <a:t>‹#›</a:t>
            </a:fld>
            <a:endParaRPr/>
          </a:p>
        </p:txBody>
      </p:sp>
      <p:sp>
        <p:nvSpPr>
          <p:cNvPr id="267" name="Google Shape;267;p4: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68" name="Google Shape;268;p4: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5: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FFFFFF"/>
              </a:buClr>
              <a:buSzPts val="1400"/>
              <a:buFont typeface="Tinos"/>
              <a:buNone/>
            </a:pPr>
            <a:fld id="{00000000-1234-1234-1234-123412341234}" type="slidenum">
              <a:rPr b="0" i="0" lang="en-US" sz="1400" u="none">
                <a:solidFill>
                  <a:srgbClr val="FFFFFF"/>
                </a:solidFill>
                <a:latin typeface="Tinos"/>
                <a:ea typeface="Tinos"/>
                <a:cs typeface="Tinos"/>
                <a:sym typeface="Tinos"/>
              </a:rPr>
              <a:t>‹#›</a:t>
            </a:fld>
            <a:endParaRPr/>
          </a:p>
        </p:txBody>
      </p:sp>
      <p:sp>
        <p:nvSpPr>
          <p:cNvPr id="276" name="Google Shape;276;p5: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77" name="Google Shape;277;p5: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6: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FFFFFF"/>
              </a:buClr>
              <a:buSzPts val="1400"/>
              <a:buFont typeface="Tinos"/>
              <a:buNone/>
            </a:pPr>
            <a:fld id="{00000000-1234-1234-1234-123412341234}" type="slidenum">
              <a:rPr b="0" i="0" lang="en-US" sz="1400" u="none">
                <a:solidFill>
                  <a:srgbClr val="FFFFFF"/>
                </a:solidFill>
                <a:latin typeface="Tinos"/>
                <a:ea typeface="Tinos"/>
                <a:cs typeface="Tinos"/>
                <a:sym typeface="Tinos"/>
              </a:rPr>
              <a:t>‹#›</a:t>
            </a:fld>
            <a:endParaRPr/>
          </a:p>
        </p:txBody>
      </p:sp>
      <p:sp>
        <p:nvSpPr>
          <p:cNvPr id="285" name="Google Shape;285;p6: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86" name="Google Shape;286;p6: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7: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FFFFFF"/>
              </a:buClr>
              <a:buSzPts val="1400"/>
              <a:buFont typeface="Tinos"/>
              <a:buNone/>
            </a:pPr>
            <a:fld id="{00000000-1234-1234-1234-123412341234}" type="slidenum">
              <a:rPr b="0" i="0" lang="en-US" sz="1400" u="none">
                <a:solidFill>
                  <a:srgbClr val="FFFFFF"/>
                </a:solidFill>
                <a:latin typeface="Tinos"/>
                <a:ea typeface="Tinos"/>
                <a:cs typeface="Tinos"/>
                <a:sym typeface="Tinos"/>
              </a:rPr>
              <a:t>‹#›</a:t>
            </a:fld>
            <a:endParaRPr/>
          </a:p>
        </p:txBody>
      </p:sp>
      <p:sp>
        <p:nvSpPr>
          <p:cNvPr id="294" name="Google Shape;294;p7: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95" name="Google Shape;295;p7: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8: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FFFFFF"/>
              </a:buClr>
              <a:buSzPts val="1400"/>
              <a:buFont typeface="Tinos"/>
              <a:buNone/>
            </a:pPr>
            <a:fld id="{00000000-1234-1234-1234-123412341234}" type="slidenum">
              <a:rPr b="0" i="0" lang="en-US" sz="1400" u="none">
                <a:solidFill>
                  <a:srgbClr val="FFFFFF"/>
                </a:solidFill>
                <a:latin typeface="Tinos"/>
                <a:ea typeface="Tinos"/>
                <a:cs typeface="Tinos"/>
                <a:sym typeface="Tinos"/>
              </a:rPr>
              <a:t>‹#›</a:t>
            </a:fld>
            <a:endParaRPr/>
          </a:p>
        </p:txBody>
      </p:sp>
      <p:sp>
        <p:nvSpPr>
          <p:cNvPr id="304" name="Google Shape;304;p8: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05" name="Google Shape;305;p8: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9: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FFFFFF"/>
              </a:buClr>
              <a:buSzPts val="1400"/>
              <a:buFont typeface="Tinos"/>
              <a:buNone/>
            </a:pPr>
            <a:fld id="{00000000-1234-1234-1234-123412341234}" type="slidenum">
              <a:rPr b="0" i="0" lang="en-US" sz="1400" u="none">
                <a:solidFill>
                  <a:srgbClr val="FFFFFF"/>
                </a:solidFill>
                <a:latin typeface="Tinos"/>
                <a:ea typeface="Tinos"/>
                <a:cs typeface="Tinos"/>
                <a:sym typeface="Tinos"/>
              </a:rPr>
              <a:t>‹#›</a:t>
            </a:fld>
            <a:endParaRPr/>
          </a:p>
        </p:txBody>
      </p:sp>
      <p:sp>
        <p:nvSpPr>
          <p:cNvPr id="313" name="Google Shape;313;p9: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14" name="Google Shape;314;p9: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0: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FFFFFF"/>
              </a:buClr>
              <a:buSzPts val="1400"/>
              <a:buFont typeface="Tinos"/>
              <a:buNone/>
            </a:pPr>
            <a:fld id="{00000000-1234-1234-1234-123412341234}" type="slidenum">
              <a:rPr b="0" i="0" lang="en-US" sz="1400" u="none">
                <a:solidFill>
                  <a:srgbClr val="FFFFFF"/>
                </a:solidFill>
                <a:latin typeface="Tinos"/>
                <a:ea typeface="Tinos"/>
                <a:cs typeface="Tinos"/>
                <a:sym typeface="Tinos"/>
              </a:rPr>
              <a:t>‹#›</a:t>
            </a:fld>
            <a:endParaRPr/>
          </a:p>
        </p:txBody>
      </p:sp>
      <p:sp>
        <p:nvSpPr>
          <p:cNvPr id="322" name="Google Shape;322;p10: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23" name="Google Shape;323;p10: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1:notes"/>
          <p:cNvSpPr txBox="1"/>
          <p:nvPr>
            <p:ph idx="1" type="body"/>
          </p:nvPr>
        </p:nvSpPr>
        <p:spPr>
          <a:xfrm>
            <a:off x="755650" y="5078412"/>
            <a:ext cx="6046787" cy="4810125"/>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1" name="Google Shape;331;p11:notes"/>
          <p:cNvSpPr/>
          <p:nvPr>
            <p:ph idx="2" type="sldImg"/>
          </p:nvPr>
        </p:nvSpPr>
        <p:spPr>
          <a:xfrm>
            <a:off x="1106487" y="812800"/>
            <a:ext cx="5343525" cy="4006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2:notes"/>
          <p:cNvSpPr txBox="1"/>
          <p:nvPr>
            <p:ph idx="1" type="body"/>
          </p:nvPr>
        </p:nvSpPr>
        <p:spPr>
          <a:xfrm>
            <a:off x="755650" y="5078412"/>
            <a:ext cx="6046787" cy="4810125"/>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7" name="Google Shape;337;p12:notes"/>
          <p:cNvSpPr/>
          <p:nvPr>
            <p:ph idx="2" type="sldImg"/>
          </p:nvPr>
        </p:nvSpPr>
        <p:spPr>
          <a:xfrm>
            <a:off x="1106487" y="812800"/>
            <a:ext cx="5343525" cy="4006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3:notes"/>
          <p:cNvSpPr txBox="1"/>
          <p:nvPr>
            <p:ph idx="1" type="body"/>
          </p:nvPr>
        </p:nvSpPr>
        <p:spPr>
          <a:xfrm>
            <a:off x="755650" y="5078412"/>
            <a:ext cx="6046787" cy="4810125"/>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3" name="Google Shape;343;p13:notes"/>
          <p:cNvSpPr/>
          <p:nvPr>
            <p:ph idx="2" type="sldImg"/>
          </p:nvPr>
        </p:nvSpPr>
        <p:spPr>
          <a:xfrm>
            <a:off x="1106487" y="812800"/>
            <a:ext cx="5343525" cy="4006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4:notes"/>
          <p:cNvSpPr txBox="1"/>
          <p:nvPr>
            <p:ph idx="1" type="body"/>
          </p:nvPr>
        </p:nvSpPr>
        <p:spPr>
          <a:xfrm>
            <a:off x="755650" y="5078412"/>
            <a:ext cx="6046787" cy="4810125"/>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9" name="Google Shape;349;p14:notes"/>
          <p:cNvSpPr/>
          <p:nvPr>
            <p:ph idx="2" type="sldImg"/>
          </p:nvPr>
        </p:nvSpPr>
        <p:spPr>
          <a:xfrm>
            <a:off x="1106487" y="812800"/>
            <a:ext cx="5343525" cy="4006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5:notes"/>
          <p:cNvSpPr txBox="1"/>
          <p:nvPr>
            <p:ph idx="1" type="body"/>
          </p:nvPr>
        </p:nvSpPr>
        <p:spPr>
          <a:xfrm>
            <a:off x="755650" y="5078412"/>
            <a:ext cx="6046787" cy="4810125"/>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5" name="Google Shape;355;p15:notes"/>
          <p:cNvSpPr/>
          <p:nvPr>
            <p:ph idx="2" type="sldImg"/>
          </p:nvPr>
        </p:nvSpPr>
        <p:spPr>
          <a:xfrm>
            <a:off x="1106487" y="812800"/>
            <a:ext cx="5343525" cy="4006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6:notes"/>
          <p:cNvSpPr txBox="1"/>
          <p:nvPr>
            <p:ph idx="1" type="body"/>
          </p:nvPr>
        </p:nvSpPr>
        <p:spPr>
          <a:xfrm>
            <a:off x="755650" y="5078412"/>
            <a:ext cx="6046787" cy="4810125"/>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1" name="Google Shape;361;p16:notes"/>
          <p:cNvSpPr/>
          <p:nvPr>
            <p:ph idx="2" type="sldImg"/>
          </p:nvPr>
        </p:nvSpPr>
        <p:spPr>
          <a:xfrm>
            <a:off x="1106487" y="812800"/>
            <a:ext cx="5343525" cy="4006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7:notes"/>
          <p:cNvSpPr txBox="1"/>
          <p:nvPr>
            <p:ph idx="1" type="body"/>
          </p:nvPr>
        </p:nvSpPr>
        <p:spPr>
          <a:xfrm>
            <a:off x="755650" y="5078412"/>
            <a:ext cx="6046787" cy="4810125"/>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7" name="Google Shape;367;p17:notes"/>
          <p:cNvSpPr/>
          <p:nvPr>
            <p:ph idx="2" type="sldImg"/>
          </p:nvPr>
        </p:nvSpPr>
        <p:spPr>
          <a:xfrm>
            <a:off x="1106487" y="812800"/>
            <a:ext cx="5343525" cy="4006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8: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FFFFFF"/>
              </a:buClr>
              <a:buSzPts val="1400"/>
              <a:buFont typeface="Tinos"/>
              <a:buNone/>
            </a:pPr>
            <a:fld id="{00000000-1234-1234-1234-123412341234}" type="slidenum">
              <a:rPr b="0" i="0" lang="en-US" sz="1400" u="none">
                <a:solidFill>
                  <a:srgbClr val="FFFFFF"/>
                </a:solidFill>
                <a:latin typeface="Tinos"/>
                <a:ea typeface="Tinos"/>
                <a:cs typeface="Tinos"/>
                <a:sym typeface="Tinos"/>
              </a:rPr>
              <a:t>‹#›</a:t>
            </a:fld>
            <a:endParaRPr/>
          </a:p>
        </p:txBody>
      </p:sp>
      <p:sp>
        <p:nvSpPr>
          <p:cNvPr id="373" name="Google Shape;373;p18: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74" name="Google Shape;374;p18: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9:notes"/>
          <p:cNvSpPr txBox="1"/>
          <p:nvPr>
            <p:ph idx="1" type="body"/>
          </p:nvPr>
        </p:nvSpPr>
        <p:spPr>
          <a:xfrm>
            <a:off x="755650" y="5078412"/>
            <a:ext cx="6046787" cy="4810125"/>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3" name="Google Shape;383;p19:notes"/>
          <p:cNvSpPr/>
          <p:nvPr>
            <p:ph idx="2" type="sldImg"/>
          </p:nvPr>
        </p:nvSpPr>
        <p:spPr>
          <a:xfrm>
            <a:off x="1106487" y="812800"/>
            <a:ext cx="5343525" cy="4006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1"/>
          <p:cNvSpPr txBox="1"/>
          <p:nvPr>
            <p:ph type="title"/>
          </p:nvPr>
        </p:nvSpPr>
        <p:spPr>
          <a:xfrm>
            <a:off x="360362" y="179387"/>
            <a:ext cx="9358312" cy="476250"/>
          </a:xfrm>
          <a:prstGeom prst="rect">
            <a:avLst/>
          </a:prstGeom>
          <a:noFill/>
          <a:ln>
            <a:noFill/>
          </a:ln>
        </p:spPr>
        <p:txBody>
          <a:bodyPr anchorCtr="0" anchor="ctr" bIns="0" lIns="0" spcFirstLastPara="1" rIns="0" wrap="square" tIns="0">
            <a:noAutofit/>
          </a:bodyPr>
          <a:lstStyle>
            <a:lvl1pPr lvl="0" algn="ctr">
              <a:lnSpc>
                <a:spcPct val="93000"/>
              </a:lnSpc>
              <a:spcBef>
                <a:spcPts val="0"/>
              </a:spcBef>
              <a:spcAft>
                <a:spcPts val="0"/>
              </a:spcAft>
              <a:buSzPts val="1800"/>
              <a:buNone/>
              <a:defRPr/>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1"/>
          <p:cNvSpPr txBox="1"/>
          <p:nvPr>
            <p:ph idx="1" type="body"/>
          </p:nvPr>
        </p:nvSpPr>
        <p:spPr>
          <a:xfrm>
            <a:off x="360362" y="1079500"/>
            <a:ext cx="9358312" cy="3598862"/>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800"/>
              <a:buNone/>
              <a:defRPr/>
            </a:lvl1pPr>
            <a:lvl2pPr indent="-228600" lvl="1" marL="914400" algn="l">
              <a:lnSpc>
                <a:spcPct val="93000"/>
              </a:lnSpc>
              <a:spcBef>
                <a:spcPts val="850"/>
              </a:spcBef>
              <a:spcAft>
                <a:spcPts val="0"/>
              </a:spcAft>
              <a:buSzPts val="1800"/>
              <a:buNone/>
              <a:defRPr/>
            </a:lvl2pPr>
            <a:lvl3pPr indent="-228600" lvl="2" marL="1371600" algn="l">
              <a:lnSpc>
                <a:spcPct val="93000"/>
              </a:lnSpc>
              <a:spcBef>
                <a:spcPts val="640"/>
              </a:spcBef>
              <a:spcAft>
                <a:spcPts val="0"/>
              </a:spcAft>
              <a:buSzPts val="1800"/>
              <a:buNone/>
              <a:defRPr/>
            </a:lvl3pPr>
            <a:lvl4pPr indent="-228600" lvl="3" marL="1828800" algn="l">
              <a:lnSpc>
                <a:spcPct val="93000"/>
              </a:lnSpc>
              <a:spcBef>
                <a:spcPts val="425"/>
              </a:spcBef>
              <a:spcAft>
                <a:spcPts val="0"/>
              </a:spcAft>
              <a:buSzPts val="1800"/>
              <a:buNone/>
              <a:defRPr/>
            </a:lvl4pPr>
            <a:lvl5pPr indent="-228600" lvl="4" marL="2286000" algn="l">
              <a:lnSpc>
                <a:spcPct val="93000"/>
              </a:lnSpc>
              <a:spcBef>
                <a:spcPts val="215"/>
              </a:spcBef>
              <a:spcAft>
                <a:spcPts val="0"/>
              </a:spcAft>
              <a:buSzPts val="1800"/>
              <a:buNone/>
              <a:defRPr/>
            </a:lvl5pPr>
            <a:lvl6pPr indent="-228600" lvl="5" marL="2743200" algn="l">
              <a:lnSpc>
                <a:spcPct val="93000"/>
              </a:lnSpc>
              <a:spcBef>
                <a:spcPts val="215"/>
              </a:spcBef>
              <a:spcAft>
                <a:spcPts val="0"/>
              </a:spcAft>
              <a:buSzPts val="1800"/>
              <a:buNone/>
              <a:defRPr/>
            </a:lvl6pPr>
            <a:lvl7pPr indent="-228600" lvl="6" marL="3200400" algn="l">
              <a:lnSpc>
                <a:spcPct val="93000"/>
              </a:lnSpc>
              <a:spcBef>
                <a:spcPts val="215"/>
              </a:spcBef>
              <a:spcAft>
                <a:spcPts val="0"/>
              </a:spcAft>
              <a:buSzPts val="1800"/>
              <a:buNone/>
              <a:defRPr/>
            </a:lvl7pPr>
            <a:lvl8pPr indent="-228600" lvl="7" marL="3657600" algn="l">
              <a:lnSpc>
                <a:spcPct val="93000"/>
              </a:lnSpc>
              <a:spcBef>
                <a:spcPts val="215"/>
              </a:spcBef>
              <a:spcAft>
                <a:spcPts val="0"/>
              </a:spcAft>
              <a:buSzPts val="1800"/>
              <a:buNone/>
              <a:defRPr/>
            </a:lvl8pPr>
            <a:lvl9pPr indent="-228600" lvl="8" marL="4114800" algn="l">
              <a:lnSpc>
                <a:spcPct val="93000"/>
              </a:lnSpc>
              <a:spcBef>
                <a:spcPts val="215"/>
              </a:spcBef>
              <a:spcAft>
                <a:spcPts val="0"/>
              </a:spcAft>
              <a:buSzPts val="1800"/>
              <a:buNone/>
              <a:defRPr/>
            </a:lvl9pPr>
          </a:lstStyle>
          <a:p/>
        </p:txBody>
      </p:sp>
      <p:sp>
        <p:nvSpPr>
          <p:cNvPr id="20" name="Google Shape;20;p21"/>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21" name="Google Shape;21;p21"/>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22" name="Google Shape;22;p21"/>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 name="Shape 23"/>
        <p:cNvGrpSpPr/>
        <p:nvPr/>
      </p:nvGrpSpPr>
      <p:grpSpPr>
        <a:xfrm>
          <a:off x="0" y="0"/>
          <a:ext cx="0" cy="0"/>
          <a:chOff x="0" y="0"/>
          <a:chExt cx="0" cy="0"/>
        </a:xfrm>
      </p:grpSpPr>
      <p:sp>
        <p:nvSpPr>
          <p:cNvPr id="24" name="Google Shape;24;p22"/>
          <p:cNvSpPr txBox="1"/>
          <p:nvPr>
            <p:ph type="ctrTitle"/>
          </p:nvPr>
        </p:nvSpPr>
        <p:spPr>
          <a:xfrm>
            <a:off x="1260078" y="928028"/>
            <a:ext cx="7560469" cy="1974191"/>
          </a:xfrm>
          <a:prstGeom prst="rect">
            <a:avLst/>
          </a:prstGeom>
          <a:noFill/>
          <a:ln>
            <a:noFill/>
          </a:ln>
        </p:spPr>
        <p:txBody>
          <a:bodyPr anchorCtr="0" anchor="b" bIns="0" lIns="0" spcFirstLastPara="1" rIns="0" wrap="square" tIns="0">
            <a:noAutofit/>
          </a:bodyPr>
          <a:lstStyle>
            <a:lvl1pPr lvl="0" algn="ctr">
              <a:lnSpc>
                <a:spcPct val="93000"/>
              </a:lnSpc>
              <a:spcBef>
                <a:spcPts val="0"/>
              </a:spcBef>
              <a:spcAft>
                <a:spcPts val="0"/>
              </a:spcAft>
              <a:buSzPts val="4960"/>
              <a:buNone/>
              <a:defRPr sz="4960"/>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2"/>
          <p:cNvSpPr txBox="1"/>
          <p:nvPr>
            <p:ph idx="1" type="subTitle"/>
          </p:nvPr>
        </p:nvSpPr>
        <p:spPr>
          <a:xfrm>
            <a:off x="1260078" y="2978352"/>
            <a:ext cx="7560469" cy="1369070"/>
          </a:xfrm>
          <a:prstGeom prst="rect">
            <a:avLst/>
          </a:prstGeom>
          <a:noFill/>
          <a:ln>
            <a:noFill/>
          </a:ln>
        </p:spPr>
        <p:txBody>
          <a:bodyPr anchorCtr="0" anchor="t" bIns="0" lIns="0" spcFirstLastPara="1" rIns="0" wrap="square" tIns="21150">
            <a:noAutofit/>
          </a:bodyPr>
          <a:lstStyle>
            <a:lvl1pPr lvl="0" algn="ctr">
              <a:lnSpc>
                <a:spcPct val="93000"/>
              </a:lnSpc>
              <a:spcBef>
                <a:spcPts val="1065"/>
              </a:spcBef>
              <a:spcAft>
                <a:spcPts val="0"/>
              </a:spcAft>
              <a:buSzPts val="1985"/>
              <a:buNone/>
              <a:defRPr sz="1985"/>
            </a:lvl1pPr>
            <a:lvl2pPr lvl="1" algn="ctr">
              <a:lnSpc>
                <a:spcPct val="93000"/>
              </a:lnSpc>
              <a:spcBef>
                <a:spcPts val="850"/>
              </a:spcBef>
              <a:spcAft>
                <a:spcPts val="0"/>
              </a:spcAft>
              <a:buSzPts val="1655"/>
              <a:buNone/>
              <a:defRPr sz="1654"/>
            </a:lvl2pPr>
            <a:lvl3pPr lvl="2" algn="ctr">
              <a:lnSpc>
                <a:spcPct val="93000"/>
              </a:lnSpc>
              <a:spcBef>
                <a:spcPts val="640"/>
              </a:spcBef>
              <a:spcAft>
                <a:spcPts val="0"/>
              </a:spcAft>
              <a:buSzPts val="1490"/>
              <a:buNone/>
              <a:defRPr sz="1490"/>
            </a:lvl3pPr>
            <a:lvl4pPr lvl="3" algn="ctr">
              <a:lnSpc>
                <a:spcPct val="93000"/>
              </a:lnSpc>
              <a:spcBef>
                <a:spcPts val="425"/>
              </a:spcBef>
              <a:spcAft>
                <a:spcPts val="0"/>
              </a:spcAft>
              <a:buSzPts val="1325"/>
              <a:buNone/>
              <a:defRPr sz="1325"/>
            </a:lvl4pPr>
            <a:lvl5pPr lvl="4" algn="ctr">
              <a:lnSpc>
                <a:spcPct val="93000"/>
              </a:lnSpc>
              <a:spcBef>
                <a:spcPts val="215"/>
              </a:spcBef>
              <a:spcAft>
                <a:spcPts val="0"/>
              </a:spcAft>
              <a:buSzPts val="1325"/>
              <a:buNone/>
              <a:defRPr sz="1325"/>
            </a:lvl5pPr>
            <a:lvl6pPr lvl="5" algn="ctr">
              <a:lnSpc>
                <a:spcPct val="93000"/>
              </a:lnSpc>
              <a:spcBef>
                <a:spcPts val="215"/>
              </a:spcBef>
              <a:spcAft>
                <a:spcPts val="0"/>
              </a:spcAft>
              <a:buSzPts val="1325"/>
              <a:buNone/>
              <a:defRPr sz="1325"/>
            </a:lvl6pPr>
            <a:lvl7pPr lvl="6" algn="ctr">
              <a:lnSpc>
                <a:spcPct val="93000"/>
              </a:lnSpc>
              <a:spcBef>
                <a:spcPts val="215"/>
              </a:spcBef>
              <a:spcAft>
                <a:spcPts val="0"/>
              </a:spcAft>
              <a:buSzPts val="1325"/>
              <a:buNone/>
              <a:defRPr sz="1325"/>
            </a:lvl7pPr>
            <a:lvl8pPr lvl="7" algn="ctr">
              <a:lnSpc>
                <a:spcPct val="93000"/>
              </a:lnSpc>
              <a:spcBef>
                <a:spcPts val="215"/>
              </a:spcBef>
              <a:spcAft>
                <a:spcPts val="0"/>
              </a:spcAft>
              <a:buSzPts val="1325"/>
              <a:buNone/>
              <a:defRPr sz="1325"/>
            </a:lvl8pPr>
            <a:lvl9pPr lvl="8" algn="ctr">
              <a:lnSpc>
                <a:spcPct val="93000"/>
              </a:lnSpc>
              <a:spcBef>
                <a:spcPts val="215"/>
              </a:spcBef>
              <a:spcAft>
                <a:spcPts val="0"/>
              </a:spcAft>
              <a:buSzPts val="1325"/>
              <a:buNone/>
              <a:defRPr sz="1325"/>
            </a:lvl9pPr>
          </a:lstStyle>
          <a:p/>
        </p:txBody>
      </p:sp>
      <p:sp>
        <p:nvSpPr>
          <p:cNvPr id="26" name="Google Shape;26;p22"/>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27" name="Google Shape;27;p22"/>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28" name="Google Shape;28;p22"/>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9" name="Shape 29"/>
        <p:cNvGrpSpPr/>
        <p:nvPr/>
      </p:nvGrpSpPr>
      <p:grpSpPr>
        <a:xfrm>
          <a:off x="0" y="0"/>
          <a:ext cx="0" cy="0"/>
          <a:chOff x="0" y="0"/>
          <a:chExt cx="0" cy="0"/>
        </a:xfrm>
      </p:grpSpPr>
      <p:sp>
        <p:nvSpPr>
          <p:cNvPr id="30" name="Google Shape;30;p23"/>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31" name="Google Shape;31;p23"/>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32" name="Google Shape;32;p23"/>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27"/>
          <p:cNvSpPr txBox="1"/>
          <p:nvPr>
            <p:ph type="title"/>
          </p:nvPr>
        </p:nvSpPr>
        <p:spPr>
          <a:xfrm>
            <a:off x="687793" y="1413700"/>
            <a:ext cx="8694539" cy="2358791"/>
          </a:xfrm>
          <a:prstGeom prst="rect">
            <a:avLst/>
          </a:prstGeom>
          <a:noFill/>
          <a:ln>
            <a:noFill/>
          </a:ln>
        </p:spPr>
        <p:txBody>
          <a:bodyPr anchorCtr="0" anchor="b" bIns="0" lIns="0" spcFirstLastPara="1" rIns="0" wrap="square" tIns="0">
            <a:noAutofit/>
          </a:bodyPr>
          <a:lstStyle>
            <a:lvl1pPr lvl="0" algn="ctr">
              <a:lnSpc>
                <a:spcPct val="93000"/>
              </a:lnSpc>
              <a:spcBef>
                <a:spcPts val="0"/>
              </a:spcBef>
              <a:spcAft>
                <a:spcPts val="0"/>
              </a:spcAft>
              <a:buSzPts val="4960"/>
              <a:buNone/>
              <a:defRPr sz="4960"/>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7"/>
          <p:cNvSpPr txBox="1"/>
          <p:nvPr>
            <p:ph idx="1" type="body"/>
          </p:nvPr>
        </p:nvSpPr>
        <p:spPr>
          <a:xfrm>
            <a:off x="687793" y="3794806"/>
            <a:ext cx="8694539" cy="1240432"/>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985"/>
              <a:buNone/>
              <a:defRPr sz="1985">
                <a:solidFill>
                  <a:srgbClr val="888888"/>
                </a:solidFill>
              </a:defRPr>
            </a:lvl1pPr>
            <a:lvl2pPr indent="-228600" lvl="1" marL="914400" algn="l">
              <a:lnSpc>
                <a:spcPct val="93000"/>
              </a:lnSpc>
              <a:spcBef>
                <a:spcPts val="850"/>
              </a:spcBef>
              <a:spcAft>
                <a:spcPts val="0"/>
              </a:spcAft>
              <a:buSzPts val="1655"/>
              <a:buNone/>
              <a:defRPr sz="1654">
                <a:solidFill>
                  <a:srgbClr val="888888"/>
                </a:solidFill>
              </a:defRPr>
            </a:lvl2pPr>
            <a:lvl3pPr indent="-228600" lvl="2" marL="1371600" algn="l">
              <a:lnSpc>
                <a:spcPct val="93000"/>
              </a:lnSpc>
              <a:spcBef>
                <a:spcPts val="640"/>
              </a:spcBef>
              <a:spcAft>
                <a:spcPts val="0"/>
              </a:spcAft>
              <a:buSzPts val="1490"/>
              <a:buNone/>
              <a:defRPr sz="1490">
                <a:solidFill>
                  <a:srgbClr val="888888"/>
                </a:solidFill>
              </a:defRPr>
            </a:lvl3pPr>
            <a:lvl4pPr indent="-228600" lvl="3" marL="1828800" algn="l">
              <a:lnSpc>
                <a:spcPct val="93000"/>
              </a:lnSpc>
              <a:spcBef>
                <a:spcPts val="425"/>
              </a:spcBef>
              <a:spcAft>
                <a:spcPts val="0"/>
              </a:spcAft>
              <a:buSzPts val="1325"/>
              <a:buNone/>
              <a:defRPr sz="1325">
                <a:solidFill>
                  <a:srgbClr val="888888"/>
                </a:solidFill>
              </a:defRPr>
            </a:lvl4pPr>
            <a:lvl5pPr indent="-228600" lvl="4" marL="2286000" algn="l">
              <a:lnSpc>
                <a:spcPct val="93000"/>
              </a:lnSpc>
              <a:spcBef>
                <a:spcPts val="215"/>
              </a:spcBef>
              <a:spcAft>
                <a:spcPts val="0"/>
              </a:spcAft>
              <a:buSzPts val="1325"/>
              <a:buNone/>
              <a:defRPr sz="1325">
                <a:solidFill>
                  <a:srgbClr val="888888"/>
                </a:solidFill>
              </a:defRPr>
            </a:lvl5pPr>
            <a:lvl6pPr indent="-228600" lvl="5" marL="2743200" algn="l">
              <a:lnSpc>
                <a:spcPct val="93000"/>
              </a:lnSpc>
              <a:spcBef>
                <a:spcPts val="215"/>
              </a:spcBef>
              <a:spcAft>
                <a:spcPts val="0"/>
              </a:spcAft>
              <a:buSzPts val="1325"/>
              <a:buNone/>
              <a:defRPr sz="1325">
                <a:solidFill>
                  <a:srgbClr val="888888"/>
                </a:solidFill>
              </a:defRPr>
            </a:lvl6pPr>
            <a:lvl7pPr indent="-228600" lvl="6" marL="3200400" algn="l">
              <a:lnSpc>
                <a:spcPct val="93000"/>
              </a:lnSpc>
              <a:spcBef>
                <a:spcPts val="215"/>
              </a:spcBef>
              <a:spcAft>
                <a:spcPts val="0"/>
              </a:spcAft>
              <a:buSzPts val="1325"/>
              <a:buNone/>
              <a:defRPr sz="1325">
                <a:solidFill>
                  <a:srgbClr val="888888"/>
                </a:solidFill>
              </a:defRPr>
            </a:lvl7pPr>
            <a:lvl8pPr indent="-228600" lvl="7" marL="3657600" algn="l">
              <a:lnSpc>
                <a:spcPct val="93000"/>
              </a:lnSpc>
              <a:spcBef>
                <a:spcPts val="215"/>
              </a:spcBef>
              <a:spcAft>
                <a:spcPts val="0"/>
              </a:spcAft>
              <a:buSzPts val="1325"/>
              <a:buNone/>
              <a:defRPr sz="1325">
                <a:solidFill>
                  <a:srgbClr val="888888"/>
                </a:solidFill>
              </a:defRPr>
            </a:lvl8pPr>
            <a:lvl9pPr indent="-228600" lvl="8" marL="4114800" algn="l">
              <a:lnSpc>
                <a:spcPct val="93000"/>
              </a:lnSpc>
              <a:spcBef>
                <a:spcPts val="215"/>
              </a:spcBef>
              <a:spcAft>
                <a:spcPts val="0"/>
              </a:spcAft>
              <a:buSzPts val="1325"/>
              <a:buNone/>
              <a:defRPr sz="1325">
                <a:solidFill>
                  <a:srgbClr val="888888"/>
                </a:solidFill>
              </a:defRPr>
            </a:lvl9pPr>
          </a:lstStyle>
          <a:p/>
        </p:txBody>
      </p:sp>
      <p:sp>
        <p:nvSpPr>
          <p:cNvPr id="36" name="Google Shape;36;p27"/>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37" name="Google Shape;37;p27"/>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38" name="Google Shape;38;p27"/>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28"/>
          <p:cNvSpPr txBox="1"/>
          <p:nvPr>
            <p:ph type="title"/>
          </p:nvPr>
        </p:nvSpPr>
        <p:spPr>
          <a:xfrm>
            <a:off x="360362" y="179387"/>
            <a:ext cx="9358312" cy="476250"/>
          </a:xfrm>
          <a:prstGeom prst="rect">
            <a:avLst/>
          </a:prstGeom>
          <a:noFill/>
          <a:ln>
            <a:noFill/>
          </a:ln>
        </p:spPr>
        <p:txBody>
          <a:bodyPr anchorCtr="0" anchor="ctr" bIns="0" lIns="0" spcFirstLastPara="1" rIns="0" wrap="square" tIns="0">
            <a:noAutofit/>
          </a:bodyPr>
          <a:lstStyle>
            <a:lvl1pPr lvl="0" algn="ctr">
              <a:lnSpc>
                <a:spcPct val="93000"/>
              </a:lnSpc>
              <a:spcBef>
                <a:spcPts val="0"/>
              </a:spcBef>
              <a:spcAft>
                <a:spcPts val="0"/>
              </a:spcAft>
              <a:buSzPts val="1800"/>
              <a:buNone/>
              <a:defRPr/>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28"/>
          <p:cNvSpPr txBox="1"/>
          <p:nvPr>
            <p:ph idx="1" type="body"/>
          </p:nvPr>
        </p:nvSpPr>
        <p:spPr>
          <a:xfrm>
            <a:off x="360363" y="1079500"/>
            <a:ext cx="4585573" cy="3598863"/>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800"/>
              <a:buNone/>
              <a:defRPr/>
            </a:lvl1pPr>
            <a:lvl2pPr indent="-228600" lvl="1" marL="914400" algn="l">
              <a:lnSpc>
                <a:spcPct val="93000"/>
              </a:lnSpc>
              <a:spcBef>
                <a:spcPts val="850"/>
              </a:spcBef>
              <a:spcAft>
                <a:spcPts val="0"/>
              </a:spcAft>
              <a:buSzPts val="1800"/>
              <a:buNone/>
              <a:defRPr/>
            </a:lvl2pPr>
            <a:lvl3pPr indent="-228600" lvl="2" marL="1371600" algn="l">
              <a:lnSpc>
                <a:spcPct val="93000"/>
              </a:lnSpc>
              <a:spcBef>
                <a:spcPts val="640"/>
              </a:spcBef>
              <a:spcAft>
                <a:spcPts val="0"/>
              </a:spcAft>
              <a:buSzPts val="1800"/>
              <a:buNone/>
              <a:defRPr/>
            </a:lvl3pPr>
            <a:lvl4pPr indent="-228600" lvl="3" marL="1828800" algn="l">
              <a:lnSpc>
                <a:spcPct val="93000"/>
              </a:lnSpc>
              <a:spcBef>
                <a:spcPts val="425"/>
              </a:spcBef>
              <a:spcAft>
                <a:spcPts val="0"/>
              </a:spcAft>
              <a:buSzPts val="1800"/>
              <a:buNone/>
              <a:defRPr/>
            </a:lvl4pPr>
            <a:lvl5pPr indent="-228600" lvl="4" marL="2286000" algn="l">
              <a:lnSpc>
                <a:spcPct val="93000"/>
              </a:lnSpc>
              <a:spcBef>
                <a:spcPts val="215"/>
              </a:spcBef>
              <a:spcAft>
                <a:spcPts val="0"/>
              </a:spcAft>
              <a:buSzPts val="1800"/>
              <a:buNone/>
              <a:defRPr/>
            </a:lvl5pPr>
            <a:lvl6pPr indent="-228600" lvl="5" marL="2743200" algn="l">
              <a:lnSpc>
                <a:spcPct val="93000"/>
              </a:lnSpc>
              <a:spcBef>
                <a:spcPts val="215"/>
              </a:spcBef>
              <a:spcAft>
                <a:spcPts val="0"/>
              </a:spcAft>
              <a:buSzPts val="1800"/>
              <a:buNone/>
              <a:defRPr/>
            </a:lvl6pPr>
            <a:lvl7pPr indent="-228600" lvl="6" marL="3200400" algn="l">
              <a:lnSpc>
                <a:spcPct val="93000"/>
              </a:lnSpc>
              <a:spcBef>
                <a:spcPts val="215"/>
              </a:spcBef>
              <a:spcAft>
                <a:spcPts val="0"/>
              </a:spcAft>
              <a:buSzPts val="1800"/>
              <a:buNone/>
              <a:defRPr/>
            </a:lvl7pPr>
            <a:lvl8pPr indent="-228600" lvl="7" marL="3657600" algn="l">
              <a:lnSpc>
                <a:spcPct val="93000"/>
              </a:lnSpc>
              <a:spcBef>
                <a:spcPts val="215"/>
              </a:spcBef>
              <a:spcAft>
                <a:spcPts val="0"/>
              </a:spcAft>
              <a:buSzPts val="1800"/>
              <a:buNone/>
              <a:defRPr/>
            </a:lvl8pPr>
            <a:lvl9pPr indent="-228600" lvl="8" marL="4114800" algn="l">
              <a:lnSpc>
                <a:spcPct val="93000"/>
              </a:lnSpc>
              <a:spcBef>
                <a:spcPts val="215"/>
              </a:spcBef>
              <a:spcAft>
                <a:spcPts val="0"/>
              </a:spcAft>
              <a:buSzPts val="1800"/>
              <a:buNone/>
              <a:defRPr/>
            </a:lvl9pPr>
          </a:lstStyle>
          <a:p/>
        </p:txBody>
      </p:sp>
      <p:sp>
        <p:nvSpPr>
          <p:cNvPr id="42" name="Google Shape;42;p28"/>
          <p:cNvSpPr txBox="1"/>
          <p:nvPr>
            <p:ph idx="2" type="body"/>
          </p:nvPr>
        </p:nvSpPr>
        <p:spPr>
          <a:xfrm>
            <a:off x="5133102" y="1079500"/>
            <a:ext cx="4585573" cy="3598863"/>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800"/>
              <a:buNone/>
              <a:defRPr/>
            </a:lvl1pPr>
            <a:lvl2pPr indent="-228600" lvl="1" marL="914400" algn="l">
              <a:lnSpc>
                <a:spcPct val="93000"/>
              </a:lnSpc>
              <a:spcBef>
                <a:spcPts val="850"/>
              </a:spcBef>
              <a:spcAft>
                <a:spcPts val="0"/>
              </a:spcAft>
              <a:buSzPts val="1800"/>
              <a:buNone/>
              <a:defRPr/>
            </a:lvl2pPr>
            <a:lvl3pPr indent="-228600" lvl="2" marL="1371600" algn="l">
              <a:lnSpc>
                <a:spcPct val="93000"/>
              </a:lnSpc>
              <a:spcBef>
                <a:spcPts val="640"/>
              </a:spcBef>
              <a:spcAft>
                <a:spcPts val="0"/>
              </a:spcAft>
              <a:buSzPts val="1800"/>
              <a:buNone/>
              <a:defRPr/>
            </a:lvl3pPr>
            <a:lvl4pPr indent="-228600" lvl="3" marL="1828800" algn="l">
              <a:lnSpc>
                <a:spcPct val="93000"/>
              </a:lnSpc>
              <a:spcBef>
                <a:spcPts val="425"/>
              </a:spcBef>
              <a:spcAft>
                <a:spcPts val="0"/>
              </a:spcAft>
              <a:buSzPts val="1800"/>
              <a:buNone/>
              <a:defRPr/>
            </a:lvl4pPr>
            <a:lvl5pPr indent="-228600" lvl="4" marL="2286000" algn="l">
              <a:lnSpc>
                <a:spcPct val="93000"/>
              </a:lnSpc>
              <a:spcBef>
                <a:spcPts val="215"/>
              </a:spcBef>
              <a:spcAft>
                <a:spcPts val="0"/>
              </a:spcAft>
              <a:buSzPts val="1800"/>
              <a:buNone/>
              <a:defRPr/>
            </a:lvl5pPr>
            <a:lvl6pPr indent="-228600" lvl="5" marL="2743200" algn="l">
              <a:lnSpc>
                <a:spcPct val="93000"/>
              </a:lnSpc>
              <a:spcBef>
                <a:spcPts val="215"/>
              </a:spcBef>
              <a:spcAft>
                <a:spcPts val="0"/>
              </a:spcAft>
              <a:buSzPts val="1800"/>
              <a:buNone/>
              <a:defRPr/>
            </a:lvl6pPr>
            <a:lvl7pPr indent="-228600" lvl="6" marL="3200400" algn="l">
              <a:lnSpc>
                <a:spcPct val="93000"/>
              </a:lnSpc>
              <a:spcBef>
                <a:spcPts val="215"/>
              </a:spcBef>
              <a:spcAft>
                <a:spcPts val="0"/>
              </a:spcAft>
              <a:buSzPts val="1800"/>
              <a:buNone/>
              <a:defRPr/>
            </a:lvl7pPr>
            <a:lvl8pPr indent="-228600" lvl="7" marL="3657600" algn="l">
              <a:lnSpc>
                <a:spcPct val="93000"/>
              </a:lnSpc>
              <a:spcBef>
                <a:spcPts val="215"/>
              </a:spcBef>
              <a:spcAft>
                <a:spcPts val="0"/>
              </a:spcAft>
              <a:buSzPts val="1800"/>
              <a:buNone/>
              <a:defRPr/>
            </a:lvl8pPr>
            <a:lvl9pPr indent="-228600" lvl="8" marL="4114800" algn="l">
              <a:lnSpc>
                <a:spcPct val="93000"/>
              </a:lnSpc>
              <a:spcBef>
                <a:spcPts val="215"/>
              </a:spcBef>
              <a:spcAft>
                <a:spcPts val="0"/>
              </a:spcAft>
              <a:buSzPts val="1800"/>
              <a:buNone/>
              <a:defRPr/>
            </a:lvl9pPr>
          </a:lstStyle>
          <a:p/>
        </p:txBody>
      </p:sp>
      <p:sp>
        <p:nvSpPr>
          <p:cNvPr id="43" name="Google Shape;43;p28"/>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44" name="Google Shape;44;p28"/>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45" name="Google Shape;45;p28"/>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29"/>
          <p:cNvSpPr txBox="1"/>
          <p:nvPr>
            <p:ph type="title"/>
          </p:nvPr>
        </p:nvSpPr>
        <p:spPr>
          <a:xfrm>
            <a:off x="694356" y="301904"/>
            <a:ext cx="8694539" cy="1096044"/>
          </a:xfrm>
          <a:prstGeom prst="rect">
            <a:avLst/>
          </a:prstGeom>
          <a:noFill/>
          <a:ln>
            <a:noFill/>
          </a:ln>
        </p:spPr>
        <p:txBody>
          <a:bodyPr anchorCtr="0" anchor="ctr" bIns="0" lIns="0" spcFirstLastPara="1" rIns="0" wrap="square" tIns="0">
            <a:noAutofit/>
          </a:bodyPr>
          <a:lstStyle>
            <a:lvl1pPr lvl="0" algn="ctr">
              <a:lnSpc>
                <a:spcPct val="93000"/>
              </a:lnSpc>
              <a:spcBef>
                <a:spcPts val="0"/>
              </a:spcBef>
              <a:spcAft>
                <a:spcPts val="0"/>
              </a:spcAft>
              <a:buSzPts val="1800"/>
              <a:buNone/>
              <a:defRPr/>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29"/>
          <p:cNvSpPr txBox="1"/>
          <p:nvPr>
            <p:ph idx="1" type="body"/>
          </p:nvPr>
        </p:nvSpPr>
        <p:spPr>
          <a:xfrm>
            <a:off x="694356" y="1390073"/>
            <a:ext cx="4264576" cy="681253"/>
          </a:xfrm>
          <a:prstGeom prst="rect">
            <a:avLst/>
          </a:prstGeom>
          <a:noFill/>
          <a:ln>
            <a:noFill/>
          </a:ln>
        </p:spPr>
        <p:txBody>
          <a:bodyPr anchorCtr="0" anchor="b" bIns="0" lIns="0" spcFirstLastPara="1" rIns="0" wrap="square" tIns="21150">
            <a:noAutofit/>
          </a:bodyPr>
          <a:lstStyle>
            <a:lvl1pPr indent="-228600" lvl="0" marL="457200" algn="l">
              <a:lnSpc>
                <a:spcPct val="93000"/>
              </a:lnSpc>
              <a:spcBef>
                <a:spcPts val="1065"/>
              </a:spcBef>
              <a:spcAft>
                <a:spcPts val="0"/>
              </a:spcAft>
              <a:buSzPts val="1985"/>
              <a:buNone/>
              <a:defRPr b="1" sz="1985"/>
            </a:lvl1pPr>
            <a:lvl2pPr indent="-228600" lvl="1" marL="914400" algn="l">
              <a:lnSpc>
                <a:spcPct val="93000"/>
              </a:lnSpc>
              <a:spcBef>
                <a:spcPts val="850"/>
              </a:spcBef>
              <a:spcAft>
                <a:spcPts val="0"/>
              </a:spcAft>
              <a:buSzPts val="1655"/>
              <a:buNone/>
              <a:defRPr b="1" sz="1654"/>
            </a:lvl2pPr>
            <a:lvl3pPr indent="-228600" lvl="2" marL="1371600" algn="l">
              <a:lnSpc>
                <a:spcPct val="93000"/>
              </a:lnSpc>
              <a:spcBef>
                <a:spcPts val="640"/>
              </a:spcBef>
              <a:spcAft>
                <a:spcPts val="0"/>
              </a:spcAft>
              <a:buSzPts val="1490"/>
              <a:buNone/>
              <a:defRPr b="1" sz="1490"/>
            </a:lvl3pPr>
            <a:lvl4pPr indent="-228600" lvl="3" marL="1828800" algn="l">
              <a:lnSpc>
                <a:spcPct val="93000"/>
              </a:lnSpc>
              <a:spcBef>
                <a:spcPts val="425"/>
              </a:spcBef>
              <a:spcAft>
                <a:spcPts val="0"/>
              </a:spcAft>
              <a:buSzPts val="1325"/>
              <a:buNone/>
              <a:defRPr b="1" sz="1325"/>
            </a:lvl4pPr>
            <a:lvl5pPr indent="-228600" lvl="4" marL="2286000" algn="l">
              <a:lnSpc>
                <a:spcPct val="93000"/>
              </a:lnSpc>
              <a:spcBef>
                <a:spcPts val="215"/>
              </a:spcBef>
              <a:spcAft>
                <a:spcPts val="0"/>
              </a:spcAft>
              <a:buSzPts val="1325"/>
              <a:buNone/>
              <a:defRPr b="1" sz="1325"/>
            </a:lvl5pPr>
            <a:lvl6pPr indent="-228600" lvl="5" marL="2743200" algn="l">
              <a:lnSpc>
                <a:spcPct val="93000"/>
              </a:lnSpc>
              <a:spcBef>
                <a:spcPts val="215"/>
              </a:spcBef>
              <a:spcAft>
                <a:spcPts val="0"/>
              </a:spcAft>
              <a:buSzPts val="1325"/>
              <a:buNone/>
              <a:defRPr b="1" sz="1325"/>
            </a:lvl6pPr>
            <a:lvl7pPr indent="-228600" lvl="6" marL="3200400" algn="l">
              <a:lnSpc>
                <a:spcPct val="93000"/>
              </a:lnSpc>
              <a:spcBef>
                <a:spcPts val="215"/>
              </a:spcBef>
              <a:spcAft>
                <a:spcPts val="0"/>
              </a:spcAft>
              <a:buSzPts val="1325"/>
              <a:buNone/>
              <a:defRPr b="1" sz="1325"/>
            </a:lvl7pPr>
            <a:lvl8pPr indent="-228600" lvl="7" marL="3657600" algn="l">
              <a:lnSpc>
                <a:spcPct val="93000"/>
              </a:lnSpc>
              <a:spcBef>
                <a:spcPts val="215"/>
              </a:spcBef>
              <a:spcAft>
                <a:spcPts val="0"/>
              </a:spcAft>
              <a:buSzPts val="1325"/>
              <a:buNone/>
              <a:defRPr b="1" sz="1325"/>
            </a:lvl8pPr>
            <a:lvl9pPr indent="-228600" lvl="8" marL="4114800" algn="l">
              <a:lnSpc>
                <a:spcPct val="93000"/>
              </a:lnSpc>
              <a:spcBef>
                <a:spcPts val="215"/>
              </a:spcBef>
              <a:spcAft>
                <a:spcPts val="0"/>
              </a:spcAft>
              <a:buSzPts val="1325"/>
              <a:buNone/>
              <a:defRPr b="1" sz="1325"/>
            </a:lvl9pPr>
          </a:lstStyle>
          <a:p/>
        </p:txBody>
      </p:sp>
      <p:sp>
        <p:nvSpPr>
          <p:cNvPr id="49" name="Google Shape;49;p29"/>
          <p:cNvSpPr txBox="1"/>
          <p:nvPr>
            <p:ph idx="2" type="body"/>
          </p:nvPr>
        </p:nvSpPr>
        <p:spPr>
          <a:xfrm>
            <a:off x="694356" y="2071326"/>
            <a:ext cx="4264576" cy="3046608"/>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800"/>
              <a:buNone/>
              <a:defRPr/>
            </a:lvl1pPr>
            <a:lvl2pPr indent="-228600" lvl="1" marL="914400" algn="l">
              <a:lnSpc>
                <a:spcPct val="93000"/>
              </a:lnSpc>
              <a:spcBef>
                <a:spcPts val="850"/>
              </a:spcBef>
              <a:spcAft>
                <a:spcPts val="0"/>
              </a:spcAft>
              <a:buSzPts val="1800"/>
              <a:buNone/>
              <a:defRPr/>
            </a:lvl2pPr>
            <a:lvl3pPr indent="-228600" lvl="2" marL="1371600" algn="l">
              <a:lnSpc>
                <a:spcPct val="93000"/>
              </a:lnSpc>
              <a:spcBef>
                <a:spcPts val="640"/>
              </a:spcBef>
              <a:spcAft>
                <a:spcPts val="0"/>
              </a:spcAft>
              <a:buSzPts val="1800"/>
              <a:buNone/>
              <a:defRPr/>
            </a:lvl3pPr>
            <a:lvl4pPr indent="-228600" lvl="3" marL="1828800" algn="l">
              <a:lnSpc>
                <a:spcPct val="93000"/>
              </a:lnSpc>
              <a:spcBef>
                <a:spcPts val="425"/>
              </a:spcBef>
              <a:spcAft>
                <a:spcPts val="0"/>
              </a:spcAft>
              <a:buSzPts val="1800"/>
              <a:buNone/>
              <a:defRPr/>
            </a:lvl4pPr>
            <a:lvl5pPr indent="-228600" lvl="4" marL="2286000" algn="l">
              <a:lnSpc>
                <a:spcPct val="93000"/>
              </a:lnSpc>
              <a:spcBef>
                <a:spcPts val="215"/>
              </a:spcBef>
              <a:spcAft>
                <a:spcPts val="0"/>
              </a:spcAft>
              <a:buSzPts val="1800"/>
              <a:buNone/>
              <a:defRPr/>
            </a:lvl5pPr>
            <a:lvl6pPr indent="-228600" lvl="5" marL="2743200" algn="l">
              <a:lnSpc>
                <a:spcPct val="93000"/>
              </a:lnSpc>
              <a:spcBef>
                <a:spcPts val="215"/>
              </a:spcBef>
              <a:spcAft>
                <a:spcPts val="0"/>
              </a:spcAft>
              <a:buSzPts val="1800"/>
              <a:buNone/>
              <a:defRPr/>
            </a:lvl6pPr>
            <a:lvl7pPr indent="-228600" lvl="6" marL="3200400" algn="l">
              <a:lnSpc>
                <a:spcPct val="93000"/>
              </a:lnSpc>
              <a:spcBef>
                <a:spcPts val="215"/>
              </a:spcBef>
              <a:spcAft>
                <a:spcPts val="0"/>
              </a:spcAft>
              <a:buSzPts val="1800"/>
              <a:buNone/>
              <a:defRPr/>
            </a:lvl7pPr>
            <a:lvl8pPr indent="-228600" lvl="7" marL="3657600" algn="l">
              <a:lnSpc>
                <a:spcPct val="93000"/>
              </a:lnSpc>
              <a:spcBef>
                <a:spcPts val="215"/>
              </a:spcBef>
              <a:spcAft>
                <a:spcPts val="0"/>
              </a:spcAft>
              <a:buSzPts val="1800"/>
              <a:buNone/>
              <a:defRPr/>
            </a:lvl8pPr>
            <a:lvl9pPr indent="-228600" lvl="8" marL="4114800" algn="l">
              <a:lnSpc>
                <a:spcPct val="93000"/>
              </a:lnSpc>
              <a:spcBef>
                <a:spcPts val="215"/>
              </a:spcBef>
              <a:spcAft>
                <a:spcPts val="0"/>
              </a:spcAft>
              <a:buSzPts val="1800"/>
              <a:buNone/>
              <a:defRPr/>
            </a:lvl9pPr>
          </a:lstStyle>
          <a:p/>
        </p:txBody>
      </p:sp>
      <p:sp>
        <p:nvSpPr>
          <p:cNvPr id="50" name="Google Shape;50;p29"/>
          <p:cNvSpPr txBox="1"/>
          <p:nvPr>
            <p:ph idx="3" type="body"/>
          </p:nvPr>
        </p:nvSpPr>
        <p:spPr>
          <a:xfrm>
            <a:off x="5103316" y="1390073"/>
            <a:ext cx="4285579" cy="681253"/>
          </a:xfrm>
          <a:prstGeom prst="rect">
            <a:avLst/>
          </a:prstGeom>
          <a:noFill/>
          <a:ln>
            <a:noFill/>
          </a:ln>
        </p:spPr>
        <p:txBody>
          <a:bodyPr anchorCtr="0" anchor="b" bIns="0" lIns="0" spcFirstLastPara="1" rIns="0" wrap="square" tIns="21150">
            <a:noAutofit/>
          </a:bodyPr>
          <a:lstStyle>
            <a:lvl1pPr indent="-228600" lvl="0" marL="457200" algn="l">
              <a:lnSpc>
                <a:spcPct val="93000"/>
              </a:lnSpc>
              <a:spcBef>
                <a:spcPts val="1065"/>
              </a:spcBef>
              <a:spcAft>
                <a:spcPts val="0"/>
              </a:spcAft>
              <a:buSzPts val="1985"/>
              <a:buNone/>
              <a:defRPr b="1" sz="1985"/>
            </a:lvl1pPr>
            <a:lvl2pPr indent="-228600" lvl="1" marL="914400" algn="l">
              <a:lnSpc>
                <a:spcPct val="93000"/>
              </a:lnSpc>
              <a:spcBef>
                <a:spcPts val="850"/>
              </a:spcBef>
              <a:spcAft>
                <a:spcPts val="0"/>
              </a:spcAft>
              <a:buSzPts val="1655"/>
              <a:buNone/>
              <a:defRPr b="1" sz="1654"/>
            </a:lvl2pPr>
            <a:lvl3pPr indent="-228600" lvl="2" marL="1371600" algn="l">
              <a:lnSpc>
                <a:spcPct val="93000"/>
              </a:lnSpc>
              <a:spcBef>
                <a:spcPts val="640"/>
              </a:spcBef>
              <a:spcAft>
                <a:spcPts val="0"/>
              </a:spcAft>
              <a:buSzPts val="1490"/>
              <a:buNone/>
              <a:defRPr b="1" sz="1490"/>
            </a:lvl3pPr>
            <a:lvl4pPr indent="-228600" lvl="3" marL="1828800" algn="l">
              <a:lnSpc>
                <a:spcPct val="93000"/>
              </a:lnSpc>
              <a:spcBef>
                <a:spcPts val="425"/>
              </a:spcBef>
              <a:spcAft>
                <a:spcPts val="0"/>
              </a:spcAft>
              <a:buSzPts val="1325"/>
              <a:buNone/>
              <a:defRPr b="1" sz="1325"/>
            </a:lvl4pPr>
            <a:lvl5pPr indent="-228600" lvl="4" marL="2286000" algn="l">
              <a:lnSpc>
                <a:spcPct val="93000"/>
              </a:lnSpc>
              <a:spcBef>
                <a:spcPts val="215"/>
              </a:spcBef>
              <a:spcAft>
                <a:spcPts val="0"/>
              </a:spcAft>
              <a:buSzPts val="1325"/>
              <a:buNone/>
              <a:defRPr b="1" sz="1325"/>
            </a:lvl5pPr>
            <a:lvl6pPr indent="-228600" lvl="5" marL="2743200" algn="l">
              <a:lnSpc>
                <a:spcPct val="93000"/>
              </a:lnSpc>
              <a:spcBef>
                <a:spcPts val="215"/>
              </a:spcBef>
              <a:spcAft>
                <a:spcPts val="0"/>
              </a:spcAft>
              <a:buSzPts val="1325"/>
              <a:buNone/>
              <a:defRPr b="1" sz="1325"/>
            </a:lvl6pPr>
            <a:lvl7pPr indent="-228600" lvl="6" marL="3200400" algn="l">
              <a:lnSpc>
                <a:spcPct val="93000"/>
              </a:lnSpc>
              <a:spcBef>
                <a:spcPts val="215"/>
              </a:spcBef>
              <a:spcAft>
                <a:spcPts val="0"/>
              </a:spcAft>
              <a:buSzPts val="1325"/>
              <a:buNone/>
              <a:defRPr b="1" sz="1325"/>
            </a:lvl7pPr>
            <a:lvl8pPr indent="-228600" lvl="7" marL="3657600" algn="l">
              <a:lnSpc>
                <a:spcPct val="93000"/>
              </a:lnSpc>
              <a:spcBef>
                <a:spcPts val="215"/>
              </a:spcBef>
              <a:spcAft>
                <a:spcPts val="0"/>
              </a:spcAft>
              <a:buSzPts val="1325"/>
              <a:buNone/>
              <a:defRPr b="1" sz="1325"/>
            </a:lvl8pPr>
            <a:lvl9pPr indent="-228600" lvl="8" marL="4114800" algn="l">
              <a:lnSpc>
                <a:spcPct val="93000"/>
              </a:lnSpc>
              <a:spcBef>
                <a:spcPts val="215"/>
              </a:spcBef>
              <a:spcAft>
                <a:spcPts val="0"/>
              </a:spcAft>
              <a:buSzPts val="1325"/>
              <a:buNone/>
              <a:defRPr b="1" sz="1325"/>
            </a:lvl9pPr>
          </a:lstStyle>
          <a:p/>
        </p:txBody>
      </p:sp>
      <p:sp>
        <p:nvSpPr>
          <p:cNvPr id="51" name="Google Shape;51;p29"/>
          <p:cNvSpPr txBox="1"/>
          <p:nvPr>
            <p:ph idx="4" type="body"/>
          </p:nvPr>
        </p:nvSpPr>
        <p:spPr>
          <a:xfrm>
            <a:off x="5103316" y="2071326"/>
            <a:ext cx="4285579" cy="3046608"/>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800"/>
              <a:buNone/>
              <a:defRPr/>
            </a:lvl1pPr>
            <a:lvl2pPr indent="-228600" lvl="1" marL="914400" algn="l">
              <a:lnSpc>
                <a:spcPct val="93000"/>
              </a:lnSpc>
              <a:spcBef>
                <a:spcPts val="850"/>
              </a:spcBef>
              <a:spcAft>
                <a:spcPts val="0"/>
              </a:spcAft>
              <a:buSzPts val="1800"/>
              <a:buNone/>
              <a:defRPr/>
            </a:lvl2pPr>
            <a:lvl3pPr indent="-228600" lvl="2" marL="1371600" algn="l">
              <a:lnSpc>
                <a:spcPct val="93000"/>
              </a:lnSpc>
              <a:spcBef>
                <a:spcPts val="640"/>
              </a:spcBef>
              <a:spcAft>
                <a:spcPts val="0"/>
              </a:spcAft>
              <a:buSzPts val="1800"/>
              <a:buNone/>
              <a:defRPr/>
            </a:lvl3pPr>
            <a:lvl4pPr indent="-228600" lvl="3" marL="1828800" algn="l">
              <a:lnSpc>
                <a:spcPct val="93000"/>
              </a:lnSpc>
              <a:spcBef>
                <a:spcPts val="425"/>
              </a:spcBef>
              <a:spcAft>
                <a:spcPts val="0"/>
              </a:spcAft>
              <a:buSzPts val="1800"/>
              <a:buNone/>
              <a:defRPr/>
            </a:lvl4pPr>
            <a:lvl5pPr indent="-228600" lvl="4" marL="2286000" algn="l">
              <a:lnSpc>
                <a:spcPct val="93000"/>
              </a:lnSpc>
              <a:spcBef>
                <a:spcPts val="215"/>
              </a:spcBef>
              <a:spcAft>
                <a:spcPts val="0"/>
              </a:spcAft>
              <a:buSzPts val="1800"/>
              <a:buNone/>
              <a:defRPr/>
            </a:lvl5pPr>
            <a:lvl6pPr indent="-228600" lvl="5" marL="2743200" algn="l">
              <a:lnSpc>
                <a:spcPct val="93000"/>
              </a:lnSpc>
              <a:spcBef>
                <a:spcPts val="215"/>
              </a:spcBef>
              <a:spcAft>
                <a:spcPts val="0"/>
              </a:spcAft>
              <a:buSzPts val="1800"/>
              <a:buNone/>
              <a:defRPr/>
            </a:lvl6pPr>
            <a:lvl7pPr indent="-228600" lvl="6" marL="3200400" algn="l">
              <a:lnSpc>
                <a:spcPct val="93000"/>
              </a:lnSpc>
              <a:spcBef>
                <a:spcPts val="215"/>
              </a:spcBef>
              <a:spcAft>
                <a:spcPts val="0"/>
              </a:spcAft>
              <a:buSzPts val="1800"/>
              <a:buNone/>
              <a:defRPr/>
            </a:lvl7pPr>
            <a:lvl8pPr indent="-228600" lvl="7" marL="3657600" algn="l">
              <a:lnSpc>
                <a:spcPct val="93000"/>
              </a:lnSpc>
              <a:spcBef>
                <a:spcPts val="215"/>
              </a:spcBef>
              <a:spcAft>
                <a:spcPts val="0"/>
              </a:spcAft>
              <a:buSzPts val="1800"/>
              <a:buNone/>
              <a:defRPr/>
            </a:lvl8pPr>
            <a:lvl9pPr indent="-228600" lvl="8" marL="4114800" algn="l">
              <a:lnSpc>
                <a:spcPct val="93000"/>
              </a:lnSpc>
              <a:spcBef>
                <a:spcPts val="215"/>
              </a:spcBef>
              <a:spcAft>
                <a:spcPts val="0"/>
              </a:spcAft>
              <a:buSzPts val="1800"/>
              <a:buNone/>
              <a:defRPr/>
            </a:lvl9pPr>
          </a:lstStyle>
          <a:p/>
        </p:txBody>
      </p:sp>
      <p:sp>
        <p:nvSpPr>
          <p:cNvPr id="52" name="Google Shape;52;p29"/>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53" name="Google Shape;53;p29"/>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54" name="Google Shape;54;p29"/>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30"/>
          <p:cNvSpPr txBox="1"/>
          <p:nvPr>
            <p:ph type="title"/>
          </p:nvPr>
        </p:nvSpPr>
        <p:spPr>
          <a:xfrm>
            <a:off x="360362" y="179387"/>
            <a:ext cx="9358312" cy="476250"/>
          </a:xfrm>
          <a:prstGeom prst="rect">
            <a:avLst/>
          </a:prstGeom>
          <a:noFill/>
          <a:ln>
            <a:noFill/>
          </a:ln>
        </p:spPr>
        <p:txBody>
          <a:bodyPr anchorCtr="0" anchor="ctr" bIns="0" lIns="0" spcFirstLastPara="1" rIns="0" wrap="square" tIns="0">
            <a:noAutofit/>
          </a:bodyPr>
          <a:lstStyle>
            <a:lvl1pPr lvl="0" algn="ctr">
              <a:lnSpc>
                <a:spcPct val="93000"/>
              </a:lnSpc>
              <a:spcBef>
                <a:spcPts val="0"/>
              </a:spcBef>
              <a:spcAft>
                <a:spcPts val="0"/>
              </a:spcAft>
              <a:buSzPts val="1800"/>
              <a:buNone/>
              <a:defRPr/>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30"/>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58" name="Google Shape;58;p30"/>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59" name="Google Shape;59;p30"/>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31"/>
          <p:cNvSpPr txBox="1"/>
          <p:nvPr>
            <p:ph type="title"/>
          </p:nvPr>
        </p:nvSpPr>
        <p:spPr>
          <a:xfrm>
            <a:off x="694356" y="378037"/>
            <a:ext cx="3251264" cy="1323128"/>
          </a:xfrm>
          <a:prstGeom prst="rect">
            <a:avLst/>
          </a:prstGeom>
          <a:noFill/>
          <a:ln>
            <a:noFill/>
          </a:ln>
        </p:spPr>
        <p:txBody>
          <a:bodyPr anchorCtr="0" anchor="b" bIns="0" lIns="0" spcFirstLastPara="1" rIns="0" wrap="square" tIns="0">
            <a:noAutofit/>
          </a:bodyPr>
          <a:lstStyle>
            <a:lvl1pPr lvl="0" algn="ctr">
              <a:lnSpc>
                <a:spcPct val="93000"/>
              </a:lnSpc>
              <a:spcBef>
                <a:spcPts val="0"/>
              </a:spcBef>
              <a:spcAft>
                <a:spcPts val="0"/>
              </a:spcAft>
              <a:buSzPts val="2645"/>
              <a:buNone/>
              <a:defRPr sz="2645"/>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31"/>
          <p:cNvSpPr txBox="1"/>
          <p:nvPr>
            <p:ph idx="1" type="body"/>
          </p:nvPr>
        </p:nvSpPr>
        <p:spPr>
          <a:xfrm>
            <a:off x="4285579" y="816454"/>
            <a:ext cx="5103316" cy="4029766"/>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2645"/>
              <a:buNone/>
              <a:defRPr sz="2645"/>
            </a:lvl1pPr>
            <a:lvl2pPr indent="-228600" lvl="1" marL="914400" algn="l">
              <a:lnSpc>
                <a:spcPct val="93000"/>
              </a:lnSpc>
              <a:spcBef>
                <a:spcPts val="850"/>
              </a:spcBef>
              <a:spcAft>
                <a:spcPts val="0"/>
              </a:spcAft>
              <a:buSzPts val="2315"/>
              <a:buNone/>
              <a:defRPr sz="2315"/>
            </a:lvl2pPr>
            <a:lvl3pPr indent="-228600" lvl="2" marL="1371600" algn="l">
              <a:lnSpc>
                <a:spcPct val="93000"/>
              </a:lnSpc>
              <a:spcBef>
                <a:spcPts val="640"/>
              </a:spcBef>
              <a:spcAft>
                <a:spcPts val="0"/>
              </a:spcAft>
              <a:buSzPts val="1985"/>
              <a:buNone/>
              <a:defRPr sz="1985"/>
            </a:lvl3pPr>
            <a:lvl4pPr indent="-228600" lvl="3" marL="1828800" algn="l">
              <a:lnSpc>
                <a:spcPct val="93000"/>
              </a:lnSpc>
              <a:spcBef>
                <a:spcPts val="425"/>
              </a:spcBef>
              <a:spcAft>
                <a:spcPts val="0"/>
              </a:spcAft>
              <a:buSzPts val="1655"/>
              <a:buNone/>
              <a:defRPr sz="1654"/>
            </a:lvl4pPr>
            <a:lvl5pPr indent="-228600" lvl="4" marL="2286000" algn="l">
              <a:lnSpc>
                <a:spcPct val="93000"/>
              </a:lnSpc>
              <a:spcBef>
                <a:spcPts val="215"/>
              </a:spcBef>
              <a:spcAft>
                <a:spcPts val="0"/>
              </a:spcAft>
              <a:buSzPts val="1655"/>
              <a:buNone/>
              <a:defRPr sz="1654"/>
            </a:lvl5pPr>
            <a:lvl6pPr indent="-228600" lvl="5" marL="2743200" algn="l">
              <a:lnSpc>
                <a:spcPct val="93000"/>
              </a:lnSpc>
              <a:spcBef>
                <a:spcPts val="215"/>
              </a:spcBef>
              <a:spcAft>
                <a:spcPts val="0"/>
              </a:spcAft>
              <a:buSzPts val="1655"/>
              <a:buNone/>
              <a:defRPr sz="1654"/>
            </a:lvl6pPr>
            <a:lvl7pPr indent="-228600" lvl="6" marL="3200400" algn="l">
              <a:lnSpc>
                <a:spcPct val="93000"/>
              </a:lnSpc>
              <a:spcBef>
                <a:spcPts val="215"/>
              </a:spcBef>
              <a:spcAft>
                <a:spcPts val="0"/>
              </a:spcAft>
              <a:buSzPts val="1655"/>
              <a:buNone/>
              <a:defRPr sz="1654"/>
            </a:lvl7pPr>
            <a:lvl8pPr indent="-228600" lvl="7" marL="3657600" algn="l">
              <a:lnSpc>
                <a:spcPct val="93000"/>
              </a:lnSpc>
              <a:spcBef>
                <a:spcPts val="215"/>
              </a:spcBef>
              <a:spcAft>
                <a:spcPts val="0"/>
              </a:spcAft>
              <a:buSzPts val="1655"/>
              <a:buNone/>
              <a:defRPr sz="1654"/>
            </a:lvl8pPr>
            <a:lvl9pPr indent="-228600" lvl="8" marL="4114800" algn="l">
              <a:lnSpc>
                <a:spcPct val="93000"/>
              </a:lnSpc>
              <a:spcBef>
                <a:spcPts val="215"/>
              </a:spcBef>
              <a:spcAft>
                <a:spcPts val="0"/>
              </a:spcAft>
              <a:buSzPts val="1655"/>
              <a:buNone/>
              <a:defRPr sz="1654"/>
            </a:lvl9pPr>
          </a:lstStyle>
          <a:p/>
        </p:txBody>
      </p:sp>
      <p:sp>
        <p:nvSpPr>
          <p:cNvPr id="63" name="Google Shape;63;p31"/>
          <p:cNvSpPr txBox="1"/>
          <p:nvPr>
            <p:ph idx="2" type="body"/>
          </p:nvPr>
        </p:nvSpPr>
        <p:spPr>
          <a:xfrm>
            <a:off x="694356" y="1701165"/>
            <a:ext cx="3251264" cy="3151619"/>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325"/>
              <a:buNone/>
              <a:defRPr sz="1325"/>
            </a:lvl1pPr>
            <a:lvl2pPr indent="-228600" lvl="1" marL="914400" algn="l">
              <a:lnSpc>
                <a:spcPct val="93000"/>
              </a:lnSpc>
              <a:spcBef>
                <a:spcPts val="850"/>
              </a:spcBef>
              <a:spcAft>
                <a:spcPts val="0"/>
              </a:spcAft>
              <a:buSzPts val="1160"/>
              <a:buNone/>
              <a:defRPr sz="1160"/>
            </a:lvl2pPr>
            <a:lvl3pPr indent="-228600" lvl="2" marL="1371600" algn="l">
              <a:lnSpc>
                <a:spcPct val="93000"/>
              </a:lnSpc>
              <a:spcBef>
                <a:spcPts val="640"/>
              </a:spcBef>
              <a:spcAft>
                <a:spcPts val="0"/>
              </a:spcAft>
              <a:buSzPts val="990"/>
              <a:buNone/>
              <a:defRPr sz="989"/>
            </a:lvl3pPr>
            <a:lvl4pPr indent="-228600" lvl="3" marL="1828800" algn="l">
              <a:lnSpc>
                <a:spcPct val="93000"/>
              </a:lnSpc>
              <a:spcBef>
                <a:spcPts val="425"/>
              </a:spcBef>
              <a:spcAft>
                <a:spcPts val="0"/>
              </a:spcAft>
              <a:buSzPts val="825"/>
              <a:buNone/>
              <a:defRPr sz="825"/>
            </a:lvl4pPr>
            <a:lvl5pPr indent="-228600" lvl="4" marL="2286000" algn="l">
              <a:lnSpc>
                <a:spcPct val="93000"/>
              </a:lnSpc>
              <a:spcBef>
                <a:spcPts val="215"/>
              </a:spcBef>
              <a:spcAft>
                <a:spcPts val="0"/>
              </a:spcAft>
              <a:buSzPts val="825"/>
              <a:buNone/>
              <a:defRPr sz="825"/>
            </a:lvl5pPr>
            <a:lvl6pPr indent="-228600" lvl="5" marL="2743200" algn="l">
              <a:lnSpc>
                <a:spcPct val="93000"/>
              </a:lnSpc>
              <a:spcBef>
                <a:spcPts val="215"/>
              </a:spcBef>
              <a:spcAft>
                <a:spcPts val="0"/>
              </a:spcAft>
              <a:buSzPts val="825"/>
              <a:buNone/>
              <a:defRPr sz="825"/>
            </a:lvl6pPr>
            <a:lvl7pPr indent="-228600" lvl="6" marL="3200400" algn="l">
              <a:lnSpc>
                <a:spcPct val="93000"/>
              </a:lnSpc>
              <a:spcBef>
                <a:spcPts val="215"/>
              </a:spcBef>
              <a:spcAft>
                <a:spcPts val="0"/>
              </a:spcAft>
              <a:buSzPts val="825"/>
              <a:buNone/>
              <a:defRPr sz="825"/>
            </a:lvl7pPr>
            <a:lvl8pPr indent="-228600" lvl="7" marL="3657600" algn="l">
              <a:lnSpc>
                <a:spcPct val="93000"/>
              </a:lnSpc>
              <a:spcBef>
                <a:spcPts val="215"/>
              </a:spcBef>
              <a:spcAft>
                <a:spcPts val="0"/>
              </a:spcAft>
              <a:buSzPts val="825"/>
              <a:buNone/>
              <a:defRPr sz="825"/>
            </a:lvl8pPr>
            <a:lvl9pPr indent="-228600" lvl="8" marL="4114800" algn="l">
              <a:lnSpc>
                <a:spcPct val="93000"/>
              </a:lnSpc>
              <a:spcBef>
                <a:spcPts val="215"/>
              </a:spcBef>
              <a:spcAft>
                <a:spcPts val="0"/>
              </a:spcAft>
              <a:buSzPts val="825"/>
              <a:buNone/>
              <a:defRPr sz="825"/>
            </a:lvl9pPr>
          </a:lstStyle>
          <a:p/>
        </p:txBody>
      </p:sp>
      <p:sp>
        <p:nvSpPr>
          <p:cNvPr id="64" name="Google Shape;64;p31"/>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65" name="Google Shape;65;p31"/>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66" name="Google Shape;66;p31"/>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32"/>
          <p:cNvSpPr txBox="1"/>
          <p:nvPr>
            <p:ph type="title"/>
          </p:nvPr>
        </p:nvSpPr>
        <p:spPr>
          <a:xfrm>
            <a:off x="694356" y="378037"/>
            <a:ext cx="3251264" cy="1323128"/>
          </a:xfrm>
          <a:prstGeom prst="rect">
            <a:avLst/>
          </a:prstGeom>
          <a:noFill/>
          <a:ln>
            <a:noFill/>
          </a:ln>
        </p:spPr>
        <p:txBody>
          <a:bodyPr anchorCtr="0" anchor="b" bIns="0" lIns="0" spcFirstLastPara="1" rIns="0" wrap="square" tIns="0">
            <a:noAutofit/>
          </a:bodyPr>
          <a:lstStyle>
            <a:lvl1pPr lvl="0" algn="ctr">
              <a:lnSpc>
                <a:spcPct val="93000"/>
              </a:lnSpc>
              <a:spcBef>
                <a:spcPts val="0"/>
              </a:spcBef>
              <a:spcAft>
                <a:spcPts val="0"/>
              </a:spcAft>
              <a:buSzPts val="2645"/>
              <a:buNone/>
              <a:defRPr sz="2645"/>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32"/>
          <p:cNvSpPr/>
          <p:nvPr>
            <p:ph idx="2" type="pic"/>
          </p:nvPr>
        </p:nvSpPr>
        <p:spPr>
          <a:xfrm>
            <a:off x="4285579" y="816454"/>
            <a:ext cx="5103316" cy="4029766"/>
          </a:xfrm>
          <a:prstGeom prst="rect">
            <a:avLst/>
          </a:prstGeom>
          <a:noFill/>
          <a:ln>
            <a:noFill/>
          </a:ln>
        </p:spPr>
      </p:sp>
      <p:sp>
        <p:nvSpPr>
          <p:cNvPr id="70" name="Google Shape;70;p32"/>
          <p:cNvSpPr txBox="1"/>
          <p:nvPr>
            <p:ph idx="1" type="body"/>
          </p:nvPr>
        </p:nvSpPr>
        <p:spPr>
          <a:xfrm>
            <a:off x="694356" y="1701165"/>
            <a:ext cx="3251264" cy="3151619"/>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325"/>
              <a:buNone/>
              <a:defRPr sz="1325"/>
            </a:lvl1pPr>
            <a:lvl2pPr indent="-228600" lvl="1" marL="914400" algn="l">
              <a:lnSpc>
                <a:spcPct val="93000"/>
              </a:lnSpc>
              <a:spcBef>
                <a:spcPts val="850"/>
              </a:spcBef>
              <a:spcAft>
                <a:spcPts val="0"/>
              </a:spcAft>
              <a:buSzPts val="1160"/>
              <a:buNone/>
              <a:defRPr sz="1160"/>
            </a:lvl2pPr>
            <a:lvl3pPr indent="-228600" lvl="2" marL="1371600" algn="l">
              <a:lnSpc>
                <a:spcPct val="93000"/>
              </a:lnSpc>
              <a:spcBef>
                <a:spcPts val="640"/>
              </a:spcBef>
              <a:spcAft>
                <a:spcPts val="0"/>
              </a:spcAft>
              <a:buSzPts val="990"/>
              <a:buNone/>
              <a:defRPr sz="989"/>
            </a:lvl3pPr>
            <a:lvl4pPr indent="-228600" lvl="3" marL="1828800" algn="l">
              <a:lnSpc>
                <a:spcPct val="93000"/>
              </a:lnSpc>
              <a:spcBef>
                <a:spcPts val="425"/>
              </a:spcBef>
              <a:spcAft>
                <a:spcPts val="0"/>
              </a:spcAft>
              <a:buSzPts val="825"/>
              <a:buNone/>
              <a:defRPr sz="825"/>
            </a:lvl4pPr>
            <a:lvl5pPr indent="-228600" lvl="4" marL="2286000" algn="l">
              <a:lnSpc>
                <a:spcPct val="93000"/>
              </a:lnSpc>
              <a:spcBef>
                <a:spcPts val="215"/>
              </a:spcBef>
              <a:spcAft>
                <a:spcPts val="0"/>
              </a:spcAft>
              <a:buSzPts val="825"/>
              <a:buNone/>
              <a:defRPr sz="825"/>
            </a:lvl5pPr>
            <a:lvl6pPr indent="-228600" lvl="5" marL="2743200" algn="l">
              <a:lnSpc>
                <a:spcPct val="93000"/>
              </a:lnSpc>
              <a:spcBef>
                <a:spcPts val="215"/>
              </a:spcBef>
              <a:spcAft>
                <a:spcPts val="0"/>
              </a:spcAft>
              <a:buSzPts val="825"/>
              <a:buNone/>
              <a:defRPr sz="825"/>
            </a:lvl6pPr>
            <a:lvl7pPr indent="-228600" lvl="6" marL="3200400" algn="l">
              <a:lnSpc>
                <a:spcPct val="93000"/>
              </a:lnSpc>
              <a:spcBef>
                <a:spcPts val="215"/>
              </a:spcBef>
              <a:spcAft>
                <a:spcPts val="0"/>
              </a:spcAft>
              <a:buSzPts val="825"/>
              <a:buNone/>
              <a:defRPr sz="825"/>
            </a:lvl7pPr>
            <a:lvl8pPr indent="-228600" lvl="7" marL="3657600" algn="l">
              <a:lnSpc>
                <a:spcPct val="93000"/>
              </a:lnSpc>
              <a:spcBef>
                <a:spcPts val="215"/>
              </a:spcBef>
              <a:spcAft>
                <a:spcPts val="0"/>
              </a:spcAft>
              <a:buSzPts val="825"/>
              <a:buNone/>
              <a:defRPr sz="825"/>
            </a:lvl8pPr>
            <a:lvl9pPr indent="-228600" lvl="8" marL="4114800" algn="l">
              <a:lnSpc>
                <a:spcPct val="93000"/>
              </a:lnSpc>
              <a:spcBef>
                <a:spcPts val="215"/>
              </a:spcBef>
              <a:spcAft>
                <a:spcPts val="0"/>
              </a:spcAft>
              <a:buSzPts val="825"/>
              <a:buNone/>
              <a:defRPr sz="825"/>
            </a:lvl9pPr>
          </a:lstStyle>
          <a:p/>
        </p:txBody>
      </p:sp>
      <p:sp>
        <p:nvSpPr>
          <p:cNvPr id="71" name="Google Shape;71;p32"/>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72" name="Google Shape;72;p32"/>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73" name="Google Shape;73;p32"/>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33"/>
          <p:cNvSpPr txBox="1"/>
          <p:nvPr>
            <p:ph type="title"/>
          </p:nvPr>
        </p:nvSpPr>
        <p:spPr>
          <a:xfrm>
            <a:off x="360362" y="179387"/>
            <a:ext cx="9358312" cy="476250"/>
          </a:xfrm>
          <a:prstGeom prst="rect">
            <a:avLst/>
          </a:prstGeom>
          <a:noFill/>
          <a:ln>
            <a:noFill/>
          </a:ln>
        </p:spPr>
        <p:txBody>
          <a:bodyPr anchorCtr="0" anchor="ctr" bIns="0" lIns="0" spcFirstLastPara="1" rIns="0" wrap="square" tIns="0">
            <a:noAutofit/>
          </a:bodyPr>
          <a:lstStyle>
            <a:lvl1pPr lvl="0" algn="ctr">
              <a:lnSpc>
                <a:spcPct val="93000"/>
              </a:lnSpc>
              <a:spcBef>
                <a:spcPts val="0"/>
              </a:spcBef>
              <a:spcAft>
                <a:spcPts val="0"/>
              </a:spcAft>
              <a:buSzPts val="1800"/>
              <a:buNone/>
              <a:defRPr/>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3"/>
          <p:cNvSpPr txBox="1"/>
          <p:nvPr>
            <p:ph idx="1" type="body"/>
          </p:nvPr>
        </p:nvSpPr>
        <p:spPr>
          <a:xfrm rot="5400000">
            <a:off x="3240087" y="-1800225"/>
            <a:ext cx="3598862" cy="9358312"/>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800"/>
              <a:buNone/>
              <a:defRPr/>
            </a:lvl1pPr>
            <a:lvl2pPr indent="-228600" lvl="1" marL="914400" algn="l">
              <a:lnSpc>
                <a:spcPct val="93000"/>
              </a:lnSpc>
              <a:spcBef>
                <a:spcPts val="850"/>
              </a:spcBef>
              <a:spcAft>
                <a:spcPts val="0"/>
              </a:spcAft>
              <a:buSzPts val="1800"/>
              <a:buNone/>
              <a:defRPr/>
            </a:lvl2pPr>
            <a:lvl3pPr indent="-228600" lvl="2" marL="1371600" algn="l">
              <a:lnSpc>
                <a:spcPct val="93000"/>
              </a:lnSpc>
              <a:spcBef>
                <a:spcPts val="640"/>
              </a:spcBef>
              <a:spcAft>
                <a:spcPts val="0"/>
              </a:spcAft>
              <a:buSzPts val="1800"/>
              <a:buNone/>
              <a:defRPr/>
            </a:lvl3pPr>
            <a:lvl4pPr indent="-228600" lvl="3" marL="1828800" algn="l">
              <a:lnSpc>
                <a:spcPct val="93000"/>
              </a:lnSpc>
              <a:spcBef>
                <a:spcPts val="425"/>
              </a:spcBef>
              <a:spcAft>
                <a:spcPts val="0"/>
              </a:spcAft>
              <a:buSzPts val="1800"/>
              <a:buNone/>
              <a:defRPr/>
            </a:lvl4pPr>
            <a:lvl5pPr indent="-228600" lvl="4" marL="2286000" algn="l">
              <a:lnSpc>
                <a:spcPct val="93000"/>
              </a:lnSpc>
              <a:spcBef>
                <a:spcPts val="215"/>
              </a:spcBef>
              <a:spcAft>
                <a:spcPts val="0"/>
              </a:spcAft>
              <a:buSzPts val="1800"/>
              <a:buNone/>
              <a:defRPr/>
            </a:lvl5pPr>
            <a:lvl6pPr indent="-228600" lvl="5" marL="2743200" algn="l">
              <a:lnSpc>
                <a:spcPct val="93000"/>
              </a:lnSpc>
              <a:spcBef>
                <a:spcPts val="215"/>
              </a:spcBef>
              <a:spcAft>
                <a:spcPts val="0"/>
              </a:spcAft>
              <a:buSzPts val="1800"/>
              <a:buNone/>
              <a:defRPr/>
            </a:lvl6pPr>
            <a:lvl7pPr indent="-228600" lvl="6" marL="3200400" algn="l">
              <a:lnSpc>
                <a:spcPct val="93000"/>
              </a:lnSpc>
              <a:spcBef>
                <a:spcPts val="215"/>
              </a:spcBef>
              <a:spcAft>
                <a:spcPts val="0"/>
              </a:spcAft>
              <a:buSzPts val="1800"/>
              <a:buNone/>
              <a:defRPr/>
            </a:lvl7pPr>
            <a:lvl8pPr indent="-228600" lvl="7" marL="3657600" algn="l">
              <a:lnSpc>
                <a:spcPct val="93000"/>
              </a:lnSpc>
              <a:spcBef>
                <a:spcPts val="215"/>
              </a:spcBef>
              <a:spcAft>
                <a:spcPts val="0"/>
              </a:spcAft>
              <a:buSzPts val="1800"/>
              <a:buNone/>
              <a:defRPr/>
            </a:lvl8pPr>
            <a:lvl9pPr indent="-228600" lvl="8" marL="4114800" algn="l">
              <a:lnSpc>
                <a:spcPct val="93000"/>
              </a:lnSpc>
              <a:spcBef>
                <a:spcPts val="215"/>
              </a:spcBef>
              <a:spcAft>
                <a:spcPts val="0"/>
              </a:spcAft>
              <a:buSzPts val="1800"/>
              <a:buNone/>
              <a:defRPr/>
            </a:lvl9pPr>
          </a:lstStyle>
          <a:p/>
        </p:txBody>
      </p:sp>
      <p:sp>
        <p:nvSpPr>
          <p:cNvPr id="77" name="Google Shape;77;p33"/>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78" name="Google Shape;78;p33"/>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79" name="Google Shape;79;p33"/>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0" name="Shape 80"/>
        <p:cNvGrpSpPr/>
        <p:nvPr/>
      </p:nvGrpSpPr>
      <p:grpSpPr>
        <a:xfrm>
          <a:off x="0" y="0"/>
          <a:ext cx="0" cy="0"/>
          <a:chOff x="0" y="0"/>
          <a:chExt cx="0" cy="0"/>
        </a:xfrm>
      </p:grpSpPr>
      <p:sp>
        <p:nvSpPr>
          <p:cNvPr id="81" name="Google Shape;81;p34"/>
          <p:cNvSpPr txBox="1"/>
          <p:nvPr>
            <p:ph type="title"/>
          </p:nvPr>
        </p:nvSpPr>
        <p:spPr>
          <a:xfrm rot="5400000">
            <a:off x="6299399" y="1259087"/>
            <a:ext cx="4498975" cy="2339578"/>
          </a:xfrm>
          <a:prstGeom prst="rect">
            <a:avLst/>
          </a:prstGeom>
          <a:noFill/>
          <a:ln>
            <a:noFill/>
          </a:ln>
        </p:spPr>
        <p:txBody>
          <a:bodyPr anchorCtr="0" anchor="ctr" bIns="0" lIns="0" spcFirstLastPara="1" rIns="0" wrap="square" tIns="0">
            <a:noAutofit/>
          </a:bodyPr>
          <a:lstStyle>
            <a:lvl1pPr lvl="0" algn="ctr">
              <a:lnSpc>
                <a:spcPct val="93000"/>
              </a:lnSpc>
              <a:spcBef>
                <a:spcPts val="0"/>
              </a:spcBef>
              <a:spcAft>
                <a:spcPts val="0"/>
              </a:spcAft>
              <a:buSzPts val="1800"/>
              <a:buNone/>
              <a:defRPr/>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34"/>
          <p:cNvSpPr txBox="1"/>
          <p:nvPr>
            <p:ph idx="1" type="body"/>
          </p:nvPr>
        </p:nvSpPr>
        <p:spPr>
          <a:xfrm rot="5400000">
            <a:off x="1552429" y="-1012677"/>
            <a:ext cx="4498975" cy="6883106"/>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800"/>
              <a:buNone/>
              <a:defRPr/>
            </a:lvl1pPr>
            <a:lvl2pPr indent="-228600" lvl="1" marL="914400" algn="l">
              <a:lnSpc>
                <a:spcPct val="93000"/>
              </a:lnSpc>
              <a:spcBef>
                <a:spcPts val="850"/>
              </a:spcBef>
              <a:spcAft>
                <a:spcPts val="0"/>
              </a:spcAft>
              <a:buSzPts val="1800"/>
              <a:buNone/>
              <a:defRPr/>
            </a:lvl2pPr>
            <a:lvl3pPr indent="-228600" lvl="2" marL="1371600" algn="l">
              <a:lnSpc>
                <a:spcPct val="93000"/>
              </a:lnSpc>
              <a:spcBef>
                <a:spcPts val="640"/>
              </a:spcBef>
              <a:spcAft>
                <a:spcPts val="0"/>
              </a:spcAft>
              <a:buSzPts val="1800"/>
              <a:buNone/>
              <a:defRPr/>
            </a:lvl3pPr>
            <a:lvl4pPr indent="-228600" lvl="3" marL="1828800" algn="l">
              <a:lnSpc>
                <a:spcPct val="93000"/>
              </a:lnSpc>
              <a:spcBef>
                <a:spcPts val="425"/>
              </a:spcBef>
              <a:spcAft>
                <a:spcPts val="0"/>
              </a:spcAft>
              <a:buSzPts val="1800"/>
              <a:buNone/>
              <a:defRPr/>
            </a:lvl4pPr>
            <a:lvl5pPr indent="-228600" lvl="4" marL="2286000" algn="l">
              <a:lnSpc>
                <a:spcPct val="93000"/>
              </a:lnSpc>
              <a:spcBef>
                <a:spcPts val="215"/>
              </a:spcBef>
              <a:spcAft>
                <a:spcPts val="0"/>
              </a:spcAft>
              <a:buSzPts val="1800"/>
              <a:buNone/>
              <a:defRPr/>
            </a:lvl5pPr>
            <a:lvl6pPr indent="-228600" lvl="5" marL="2743200" algn="l">
              <a:lnSpc>
                <a:spcPct val="93000"/>
              </a:lnSpc>
              <a:spcBef>
                <a:spcPts val="215"/>
              </a:spcBef>
              <a:spcAft>
                <a:spcPts val="0"/>
              </a:spcAft>
              <a:buSzPts val="1800"/>
              <a:buNone/>
              <a:defRPr/>
            </a:lvl6pPr>
            <a:lvl7pPr indent="-228600" lvl="6" marL="3200400" algn="l">
              <a:lnSpc>
                <a:spcPct val="93000"/>
              </a:lnSpc>
              <a:spcBef>
                <a:spcPts val="215"/>
              </a:spcBef>
              <a:spcAft>
                <a:spcPts val="0"/>
              </a:spcAft>
              <a:buSzPts val="1800"/>
              <a:buNone/>
              <a:defRPr/>
            </a:lvl7pPr>
            <a:lvl8pPr indent="-228600" lvl="7" marL="3657600" algn="l">
              <a:lnSpc>
                <a:spcPct val="93000"/>
              </a:lnSpc>
              <a:spcBef>
                <a:spcPts val="215"/>
              </a:spcBef>
              <a:spcAft>
                <a:spcPts val="0"/>
              </a:spcAft>
              <a:buSzPts val="1800"/>
              <a:buNone/>
              <a:defRPr/>
            </a:lvl8pPr>
            <a:lvl9pPr indent="-228600" lvl="8" marL="4114800" algn="l">
              <a:lnSpc>
                <a:spcPct val="93000"/>
              </a:lnSpc>
              <a:spcBef>
                <a:spcPts val="215"/>
              </a:spcBef>
              <a:spcAft>
                <a:spcPts val="0"/>
              </a:spcAft>
              <a:buSzPts val="1800"/>
              <a:buNone/>
              <a:defRPr/>
            </a:lvl9pPr>
          </a:lstStyle>
          <a:p/>
        </p:txBody>
      </p:sp>
      <p:sp>
        <p:nvSpPr>
          <p:cNvPr id="83" name="Google Shape;83;p34"/>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84" name="Google Shape;84;p34"/>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85" name="Google Shape;85;p34"/>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4" name="Shape 94"/>
        <p:cNvGrpSpPr/>
        <p:nvPr/>
      </p:nvGrpSpPr>
      <p:grpSpPr>
        <a:xfrm>
          <a:off x="0" y="0"/>
          <a:ext cx="0" cy="0"/>
          <a:chOff x="0" y="0"/>
          <a:chExt cx="0" cy="0"/>
        </a:xfrm>
      </p:grpSpPr>
      <p:sp>
        <p:nvSpPr>
          <p:cNvPr id="95" name="Google Shape;95;p25"/>
          <p:cNvSpPr txBox="1"/>
          <p:nvPr>
            <p:ph type="ctrTitle"/>
          </p:nvPr>
        </p:nvSpPr>
        <p:spPr>
          <a:xfrm>
            <a:off x="1260078" y="928028"/>
            <a:ext cx="7560469" cy="1974191"/>
          </a:xfrm>
          <a:prstGeom prst="rect">
            <a:avLst/>
          </a:prstGeom>
          <a:noFill/>
          <a:ln>
            <a:noFill/>
          </a:ln>
        </p:spPr>
        <p:txBody>
          <a:bodyPr anchorCtr="0" anchor="b" bIns="0" lIns="0" spcFirstLastPara="1" rIns="0" wrap="square" tIns="0">
            <a:noAutofit/>
          </a:bodyPr>
          <a:lstStyle>
            <a:lvl1pPr lvl="0" algn="ctr">
              <a:lnSpc>
                <a:spcPct val="93000"/>
              </a:lnSpc>
              <a:spcBef>
                <a:spcPts val="0"/>
              </a:spcBef>
              <a:spcAft>
                <a:spcPts val="0"/>
              </a:spcAft>
              <a:buSzPts val="4960"/>
              <a:buNone/>
              <a:defRPr sz="4960"/>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25"/>
          <p:cNvSpPr txBox="1"/>
          <p:nvPr>
            <p:ph idx="1" type="subTitle"/>
          </p:nvPr>
        </p:nvSpPr>
        <p:spPr>
          <a:xfrm>
            <a:off x="1260078" y="2978352"/>
            <a:ext cx="7560469" cy="1369070"/>
          </a:xfrm>
          <a:prstGeom prst="rect">
            <a:avLst/>
          </a:prstGeom>
          <a:noFill/>
          <a:ln>
            <a:noFill/>
          </a:ln>
        </p:spPr>
        <p:txBody>
          <a:bodyPr anchorCtr="0" anchor="t" bIns="0" lIns="0" spcFirstLastPara="1" rIns="0" wrap="square" tIns="21150">
            <a:noAutofit/>
          </a:bodyPr>
          <a:lstStyle>
            <a:lvl1pPr lvl="0" algn="ctr">
              <a:lnSpc>
                <a:spcPct val="93000"/>
              </a:lnSpc>
              <a:spcBef>
                <a:spcPts val="1065"/>
              </a:spcBef>
              <a:spcAft>
                <a:spcPts val="0"/>
              </a:spcAft>
              <a:buSzPts val="1985"/>
              <a:buNone/>
              <a:defRPr sz="1985"/>
            </a:lvl1pPr>
            <a:lvl2pPr lvl="1" algn="ctr">
              <a:lnSpc>
                <a:spcPct val="93000"/>
              </a:lnSpc>
              <a:spcBef>
                <a:spcPts val="850"/>
              </a:spcBef>
              <a:spcAft>
                <a:spcPts val="0"/>
              </a:spcAft>
              <a:buSzPts val="1655"/>
              <a:buNone/>
              <a:defRPr sz="1654"/>
            </a:lvl2pPr>
            <a:lvl3pPr lvl="2" algn="ctr">
              <a:lnSpc>
                <a:spcPct val="93000"/>
              </a:lnSpc>
              <a:spcBef>
                <a:spcPts val="640"/>
              </a:spcBef>
              <a:spcAft>
                <a:spcPts val="0"/>
              </a:spcAft>
              <a:buSzPts val="1490"/>
              <a:buNone/>
              <a:defRPr sz="1490"/>
            </a:lvl3pPr>
            <a:lvl4pPr lvl="3" algn="ctr">
              <a:lnSpc>
                <a:spcPct val="93000"/>
              </a:lnSpc>
              <a:spcBef>
                <a:spcPts val="425"/>
              </a:spcBef>
              <a:spcAft>
                <a:spcPts val="0"/>
              </a:spcAft>
              <a:buSzPts val="1325"/>
              <a:buNone/>
              <a:defRPr sz="1325"/>
            </a:lvl4pPr>
            <a:lvl5pPr lvl="4" algn="ctr">
              <a:lnSpc>
                <a:spcPct val="93000"/>
              </a:lnSpc>
              <a:spcBef>
                <a:spcPts val="215"/>
              </a:spcBef>
              <a:spcAft>
                <a:spcPts val="0"/>
              </a:spcAft>
              <a:buSzPts val="1325"/>
              <a:buNone/>
              <a:defRPr sz="1325"/>
            </a:lvl5pPr>
            <a:lvl6pPr lvl="5" algn="ctr">
              <a:lnSpc>
                <a:spcPct val="93000"/>
              </a:lnSpc>
              <a:spcBef>
                <a:spcPts val="215"/>
              </a:spcBef>
              <a:spcAft>
                <a:spcPts val="0"/>
              </a:spcAft>
              <a:buSzPts val="1325"/>
              <a:buNone/>
              <a:defRPr sz="1325"/>
            </a:lvl6pPr>
            <a:lvl7pPr lvl="6" algn="ctr">
              <a:lnSpc>
                <a:spcPct val="93000"/>
              </a:lnSpc>
              <a:spcBef>
                <a:spcPts val="215"/>
              </a:spcBef>
              <a:spcAft>
                <a:spcPts val="0"/>
              </a:spcAft>
              <a:buSzPts val="1325"/>
              <a:buNone/>
              <a:defRPr sz="1325"/>
            </a:lvl7pPr>
            <a:lvl8pPr lvl="7" algn="ctr">
              <a:lnSpc>
                <a:spcPct val="93000"/>
              </a:lnSpc>
              <a:spcBef>
                <a:spcPts val="215"/>
              </a:spcBef>
              <a:spcAft>
                <a:spcPts val="0"/>
              </a:spcAft>
              <a:buSzPts val="1325"/>
              <a:buNone/>
              <a:defRPr sz="1325"/>
            </a:lvl8pPr>
            <a:lvl9pPr lvl="8" algn="ctr">
              <a:lnSpc>
                <a:spcPct val="93000"/>
              </a:lnSpc>
              <a:spcBef>
                <a:spcPts val="215"/>
              </a:spcBef>
              <a:spcAft>
                <a:spcPts val="0"/>
              </a:spcAft>
              <a:buSzPts val="1325"/>
              <a:buNone/>
              <a:defRPr sz="1325"/>
            </a:lvl9pPr>
          </a:lstStyle>
          <a:p/>
        </p:txBody>
      </p:sp>
      <p:sp>
        <p:nvSpPr>
          <p:cNvPr id="97" name="Google Shape;97;p25"/>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98" name="Google Shape;98;p25"/>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99" name="Google Shape;99;p25"/>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0" name="Shape 100"/>
        <p:cNvGrpSpPr/>
        <p:nvPr/>
      </p:nvGrpSpPr>
      <p:grpSpPr>
        <a:xfrm>
          <a:off x="0" y="0"/>
          <a:ext cx="0" cy="0"/>
          <a:chOff x="0" y="0"/>
          <a:chExt cx="0" cy="0"/>
        </a:xfrm>
      </p:grpSpPr>
      <p:sp>
        <p:nvSpPr>
          <p:cNvPr id="101" name="Google Shape;101;p26"/>
          <p:cNvSpPr txBox="1"/>
          <p:nvPr>
            <p:ph type="title"/>
          </p:nvPr>
        </p:nvSpPr>
        <p:spPr>
          <a:xfrm>
            <a:off x="360362" y="179387"/>
            <a:ext cx="9358312" cy="476250"/>
          </a:xfrm>
          <a:prstGeom prst="rect">
            <a:avLst/>
          </a:prstGeom>
          <a:noFill/>
          <a:ln>
            <a:noFill/>
          </a:ln>
        </p:spPr>
        <p:txBody>
          <a:bodyPr anchorCtr="0" anchor="ctr" bIns="0" lIns="0" spcFirstLastPara="1" rIns="0" wrap="square" tIns="0">
            <a:noAutofit/>
          </a:bodyPr>
          <a:lstStyle>
            <a:lvl1pPr lvl="0" algn="ctr">
              <a:lnSpc>
                <a:spcPct val="93000"/>
              </a:lnSpc>
              <a:spcBef>
                <a:spcPts val="0"/>
              </a:spcBef>
              <a:spcAft>
                <a:spcPts val="0"/>
              </a:spcAft>
              <a:buSzPts val="1800"/>
              <a:buNone/>
              <a:defRPr/>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26"/>
          <p:cNvSpPr txBox="1"/>
          <p:nvPr>
            <p:ph idx="1" type="body"/>
          </p:nvPr>
        </p:nvSpPr>
        <p:spPr>
          <a:xfrm>
            <a:off x="360362" y="1079500"/>
            <a:ext cx="9358312" cy="3598862"/>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800"/>
              <a:buNone/>
              <a:defRPr/>
            </a:lvl1pPr>
            <a:lvl2pPr indent="-228600" lvl="1" marL="914400" algn="l">
              <a:lnSpc>
                <a:spcPct val="93000"/>
              </a:lnSpc>
              <a:spcBef>
                <a:spcPts val="850"/>
              </a:spcBef>
              <a:spcAft>
                <a:spcPts val="0"/>
              </a:spcAft>
              <a:buSzPts val="1800"/>
              <a:buNone/>
              <a:defRPr/>
            </a:lvl2pPr>
            <a:lvl3pPr indent="-228600" lvl="2" marL="1371600" algn="l">
              <a:lnSpc>
                <a:spcPct val="93000"/>
              </a:lnSpc>
              <a:spcBef>
                <a:spcPts val="640"/>
              </a:spcBef>
              <a:spcAft>
                <a:spcPts val="0"/>
              </a:spcAft>
              <a:buSzPts val="1800"/>
              <a:buNone/>
              <a:defRPr/>
            </a:lvl3pPr>
            <a:lvl4pPr indent="-228600" lvl="3" marL="1828800" algn="l">
              <a:lnSpc>
                <a:spcPct val="93000"/>
              </a:lnSpc>
              <a:spcBef>
                <a:spcPts val="425"/>
              </a:spcBef>
              <a:spcAft>
                <a:spcPts val="0"/>
              </a:spcAft>
              <a:buSzPts val="1800"/>
              <a:buNone/>
              <a:defRPr/>
            </a:lvl4pPr>
            <a:lvl5pPr indent="-228600" lvl="4" marL="2286000" algn="l">
              <a:lnSpc>
                <a:spcPct val="93000"/>
              </a:lnSpc>
              <a:spcBef>
                <a:spcPts val="215"/>
              </a:spcBef>
              <a:spcAft>
                <a:spcPts val="0"/>
              </a:spcAft>
              <a:buSzPts val="1800"/>
              <a:buNone/>
              <a:defRPr/>
            </a:lvl5pPr>
            <a:lvl6pPr indent="-228600" lvl="5" marL="2743200" algn="l">
              <a:lnSpc>
                <a:spcPct val="93000"/>
              </a:lnSpc>
              <a:spcBef>
                <a:spcPts val="215"/>
              </a:spcBef>
              <a:spcAft>
                <a:spcPts val="0"/>
              </a:spcAft>
              <a:buSzPts val="1800"/>
              <a:buNone/>
              <a:defRPr/>
            </a:lvl6pPr>
            <a:lvl7pPr indent="-228600" lvl="6" marL="3200400" algn="l">
              <a:lnSpc>
                <a:spcPct val="93000"/>
              </a:lnSpc>
              <a:spcBef>
                <a:spcPts val="215"/>
              </a:spcBef>
              <a:spcAft>
                <a:spcPts val="0"/>
              </a:spcAft>
              <a:buSzPts val="1800"/>
              <a:buNone/>
              <a:defRPr/>
            </a:lvl7pPr>
            <a:lvl8pPr indent="-228600" lvl="7" marL="3657600" algn="l">
              <a:lnSpc>
                <a:spcPct val="93000"/>
              </a:lnSpc>
              <a:spcBef>
                <a:spcPts val="215"/>
              </a:spcBef>
              <a:spcAft>
                <a:spcPts val="0"/>
              </a:spcAft>
              <a:buSzPts val="1800"/>
              <a:buNone/>
              <a:defRPr/>
            </a:lvl8pPr>
            <a:lvl9pPr indent="-228600" lvl="8" marL="4114800" algn="l">
              <a:lnSpc>
                <a:spcPct val="93000"/>
              </a:lnSpc>
              <a:spcBef>
                <a:spcPts val="215"/>
              </a:spcBef>
              <a:spcAft>
                <a:spcPts val="0"/>
              </a:spcAft>
              <a:buSzPts val="1800"/>
              <a:buNone/>
              <a:defRPr/>
            </a:lvl9pPr>
          </a:lstStyle>
          <a:p/>
        </p:txBody>
      </p:sp>
      <p:sp>
        <p:nvSpPr>
          <p:cNvPr id="103" name="Google Shape;103;p26"/>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04" name="Google Shape;104;p26"/>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05" name="Google Shape;105;p26"/>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6" name="Shape 106"/>
        <p:cNvGrpSpPr/>
        <p:nvPr/>
      </p:nvGrpSpPr>
      <p:grpSpPr>
        <a:xfrm>
          <a:off x="0" y="0"/>
          <a:ext cx="0" cy="0"/>
          <a:chOff x="0" y="0"/>
          <a:chExt cx="0" cy="0"/>
        </a:xfrm>
      </p:grpSpPr>
      <p:sp>
        <p:nvSpPr>
          <p:cNvPr id="107" name="Google Shape;107;p35"/>
          <p:cNvSpPr txBox="1"/>
          <p:nvPr>
            <p:ph type="title"/>
          </p:nvPr>
        </p:nvSpPr>
        <p:spPr>
          <a:xfrm>
            <a:off x="687793" y="1413700"/>
            <a:ext cx="8694539" cy="2358791"/>
          </a:xfrm>
          <a:prstGeom prst="rect">
            <a:avLst/>
          </a:prstGeom>
          <a:noFill/>
          <a:ln>
            <a:noFill/>
          </a:ln>
        </p:spPr>
        <p:txBody>
          <a:bodyPr anchorCtr="0" anchor="b" bIns="0" lIns="0" spcFirstLastPara="1" rIns="0" wrap="square" tIns="0">
            <a:noAutofit/>
          </a:bodyPr>
          <a:lstStyle>
            <a:lvl1pPr lvl="0" algn="ctr">
              <a:lnSpc>
                <a:spcPct val="93000"/>
              </a:lnSpc>
              <a:spcBef>
                <a:spcPts val="0"/>
              </a:spcBef>
              <a:spcAft>
                <a:spcPts val="0"/>
              </a:spcAft>
              <a:buSzPts val="4960"/>
              <a:buNone/>
              <a:defRPr sz="4960"/>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35"/>
          <p:cNvSpPr txBox="1"/>
          <p:nvPr>
            <p:ph idx="1" type="body"/>
          </p:nvPr>
        </p:nvSpPr>
        <p:spPr>
          <a:xfrm>
            <a:off x="687793" y="3794806"/>
            <a:ext cx="8694539" cy="1240432"/>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985"/>
              <a:buNone/>
              <a:defRPr sz="1985">
                <a:solidFill>
                  <a:srgbClr val="888888"/>
                </a:solidFill>
              </a:defRPr>
            </a:lvl1pPr>
            <a:lvl2pPr indent="-228600" lvl="1" marL="914400" algn="l">
              <a:lnSpc>
                <a:spcPct val="93000"/>
              </a:lnSpc>
              <a:spcBef>
                <a:spcPts val="850"/>
              </a:spcBef>
              <a:spcAft>
                <a:spcPts val="0"/>
              </a:spcAft>
              <a:buSzPts val="1655"/>
              <a:buNone/>
              <a:defRPr sz="1654">
                <a:solidFill>
                  <a:srgbClr val="888888"/>
                </a:solidFill>
              </a:defRPr>
            </a:lvl2pPr>
            <a:lvl3pPr indent="-228600" lvl="2" marL="1371600" algn="l">
              <a:lnSpc>
                <a:spcPct val="93000"/>
              </a:lnSpc>
              <a:spcBef>
                <a:spcPts val="640"/>
              </a:spcBef>
              <a:spcAft>
                <a:spcPts val="0"/>
              </a:spcAft>
              <a:buSzPts val="1490"/>
              <a:buNone/>
              <a:defRPr sz="1490">
                <a:solidFill>
                  <a:srgbClr val="888888"/>
                </a:solidFill>
              </a:defRPr>
            </a:lvl3pPr>
            <a:lvl4pPr indent="-228600" lvl="3" marL="1828800" algn="l">
              <a:lnSpc>
                <a:spcPct val="93000"/>
              </a:lnSpc>
              <a:spcBef>
                <a:spcPts val="425"/>
              </a:spcBef>
              <a:spcAft>
                <a:spcPts val="0"/>
              </a:spcAft>
              <a:buSzPts val="1325"/>
              <a:buNone/>
              <a:defRPr sz="1325">
                <a:solidFill>
                  <a:srgbClr val="888888"/>
                </a:solidFill>
              </a:defRPr>
            </a:lvl4pPr>
            <a:lvl5pPr indent="-228600" lvl="4" marL="2286000" algn="l">
              <a:lnSpc>
                <a:spcPct val="93000"/>
              </a:lnSpc>
              <a:spcBef>
                <a:spcPts val="215"/>
              </a:spcBef>
              <a:spcAft>
                <a:spcPts val="0"/>
              </a:spcAft>
              <a:buSzPts val="1325"/>
              <a:buNone/>
              <a:defRPr sz="1325">
                <a:solidFill>
                  <a:srgbClr val="888888"/>
                </a:solidFill>
              </a:defRPr>
            </a:lvl5pPr>
            <a:lvl6pPr indent="-228600" lvl="5" marL="2743200" algn="l">
              <a:lnSpc>
                <a:spcPct val="93000"/>
              </a:lnSpc>
              <a:spcBef>
                <a:spcPts val="215"/>
              </a:spcBef>
              <a:spcAft>
                <a:spcPts val="0"/>
              </a:spcAft>
              <a:buSzPts val="1325"/>
              <a:buNone/>
              <a:defRPr sz="1325">
                <a:solidFill>
                  <a:srgbClr val="888888"/>
                </a:solidFill>
              </a:defRPr>
            </a:lvl6pPr>
            <a:lvl7pPr indent="-228600" lvl="6" marL="3200400" algn="l">
              <a:lnSpc>
                <a:spcPct val="93000"/>
              </a:lnSpc>
              <a:spcBef>
                <a:spcPts val="215"/>
              </a:spcBef>
              <a:spcAft>
                <a:spcPts val="0"/>
              </a:spcAft>
              <a:buSzPts val="1325"/>
              <a:buNone/>
              <a:defRPr sz="1325">
                <a:solidFill>
                  <a:srgbClr val="888888"/>
                </a:solidFill>
              </a:defRPr>
            </a:lvl7pPr>
            <a:lvl8pPr indent="-228600" lvl="7" marL="3657600" algn="l">
              <a:lnSpc>
                <a:spcPct val="93000"/>
              </a:lnSpc>
              <a:spcBef>
                <a:spcPts val="215"/>
              </a:spcBef>
              <a:spcAft>
                <a:spcPts val="0"/>
              </a:spcAft>
              <a:buSzPts val="1325"/>
              <a:buNone/>
              <a:defRPr sz="1325">
                <a:solidFill>
                  <a:srgbClr val="888888"/>
                </a:solidFill>
              </a:defRPr>
            </a:lvl8pPr>
            <a:lvl9pPr indent="-228600" lvl="8" marL="4114800" algn="l">
              <a:lnSpc>
                <a:spcPct val="93000"/>
              </a:lnSpc>
              <a:spcBef>
                <a:spcPts val="215"/>
              </a:spcBef>
              <a:spcAft>
                <a:spcPts val="0"/>
              </a:spcAft>
              <a:buSzPts val="1325"/>
              <a:buNone/>
              <a:defRPr sz="1325">
                <a:solidFill>
                  <a:srgbClr val="888888"/>
                </a:solidFill>
              </a:defRPr>
            </a:lvl9pPr>
          </a:lstStyle>
          <a:p/>
        </p:txBody>
      </p:sp>
      <p:sp>
        <p:nvSpPr>
          <p:cNvPr id="109" name="Google Shape;109;p35"/>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10" name="Google Shape;110;p35"/>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11" name="Google Shape;111;p35"/>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2" name="Shape 112"/>
        <p:cNvGrpSpPr/>
        <p:nvPr/>
      </p:nvGrpSpPr>
      <p:grpSpPr>
        <a:xfrm>
          <a:off x="0" y="0"/>
          <a:ext cx="0" cy="0"/>
          <a:chOff x="0" y="0"/>
          <a:chExt cx="0" cy="0"/>
        </a:xfrm>
      </p:grpSpPr>
      <p:sp>
        <p:nvSpPr>
          <p:cNvPr id="113" name="Google Shape;113;p36"/>
          <p:cNvSpPr txBox="1"/>
          <p:nvPr>
            <p:ph type="title"/>
          </p:nvPr>
        </p:nvSpPr>
        <p:spPr>
          <a:xfrm>
            <a:off x="360362" y="179387"/>
            <a:ext cx="9358312" cy="476250"/>
          </a:xfrm>
          <a:prstGeom prst="rect">
            <a:avLst/>
          </a:prstGeom>
          <a:noFill/>
          <a:ln>
            <a:noFill/>
          </a:ln>
        </p:spPr>
        <p:txBody>
          <a:bodyPr anchorCtr="0" anchor="ctr" bIns="0" lIns="0" spcFirstLastPara="1" rIns="0" wrap="square" tIns="0">
            <a:noAutofit/>
          </a:bodyPr>
          <a:lstStyle>
            <a:lvl1pPr lvl="0" algn="ctr">
              <a:lnSpc>
                <a:spcPct val="93000"/>
              </a:lnSpc>
              <a:spcBef>
                <a:spcPts val="0"/>
              </a:spcBef>
              <a:spcAft>
                <a:spcPts val="0"/>
              </a:spcAft>
              <a:buSzPts val="1800"/>
              <a:buNone/>
              <a:defRPr/>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36"/>
          <p:cNvSpPr txBox="1"/>
          <p:nvPr>
            <p:ph idx="1" type="body"/>
          </p:nvPr>
        </p:nvSpPr>
        <p:spPr>
          <a:xfrm>
            <a:off x="360363" y="1079500"/>
            <a:ext cx="4585573" cy="3598863"/>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800"/>
              <a:buNone/>
              <a:defRPr/>
            </a:lvl1pPr>
            <a:lvl2pPr indent="-228600" lvl="1" marL="914400" algn="l">
              <a:lnSpc>
                <a:spcPct val="93000"/>
              </a:lnSpc>
              <a:spcBef>
                <a:spcPts val="850"/>
              </a:spcBef>
              <a:spcAft>
                <a:spcPts val="0"/>
              </a:spcAft>
              <a:buSzPts val="1800"/>
              <a:buNone/>
              <a:defRPr/>
            </a:lvl2pPr>
            <a:lvl3pPr indent="-228600" lvl="2" marL="1371600" algn="l">
              <a:lnSpc>
                <a:spcPct val="93000"/>
              </a:lnSpc>
              <a:spcBef>
                <a:spcPts val="640"/>
              </a:spcBef>
              <a:spcAft>
                <a:spcPts val="0"/>
              </a:spcAft>
              <a:buSzPts val="1800"/>
              <a:buNone/>
              <a:defRPr/>
            </a:lvl3pPr>
            <a:lvl4pPr indent="-228600" lvl="3" marL="1828800" algn="l">
              <a:lnSpc>
                <a:spcPct val="93000"/>
              </a:lnSpc>
              <a:spcBef>
                <a:spcPts val="425"/>
              </a:spcBef>
              <a:spcAft>
                <a:spcPts val="0"/>
              </a:spcAft>
              <a:buSzPts val="1800"/>
              <a:buNone/>
              <a:defRPr/>
            </a:lvl4pPr>
            <a:lvl5pPr indent="-228600" lvl="4" marL="2286000" algn="l">
              <a:lnSpc>
                <a:spcPct val="93000"/>
              </a:lnSpc>
              <a:spcBef>
                <a:spcPts val="215"/>
              </a:spcBef>
              <a:spcAft>
                <a:spcPts val="0"/>
              </a:spcAft>
              <a:buSzPts val="1800"/>
              <a:buNone/>
              <a:defRPr/>
            </a:lvl5pPr>
            <a:lvl6pPr indent="-228600" lvl="5" marL="2743200" algn="l">
              <a:lnSpc>
                <a:spcPct val="93000"/>
              </a:lnSpc>
              <a:spcBef>
                <a:spcPts val="215"/>
              </a:spcBef>
              <a:spcAft>
                <a:spcPts val="0"/>
              </a:spcAft>
              <a:buSzPts val="1800"/>
              <a:buNone/>
              <a:defRPr/>
            </a:lvl6pPr>
            <a:lvl7pPr indent="-228600" lvl="6" marL="3200400" algn="l">
              <a:lnSpc>
                <a:spcPct val="93000"/>
              </a:lnSpc>
              <a:spcBef>
                <a:spcPts val="215"/>
              </a:spcBef>
              <a:spcAft>
                <a:spcPts val="0"/>
              </a:spcAft>
              <a:buSzPts val="1800"/>
              <a:buNone/>
              <a:defRPr/>
            </a:lvl7pPr>
            <a:lvl8pPr indent="-228600" lvl="7" marL="3657600" algn="l">
              <a:lnSpc>
                <a:spcPct val="93000"/>
              </a:lnSpc>
              <a:spcBef>
                <a:spcPts val="215"/>
              </a:spcBef>
              <a:spcAft>
                <a:spcPts val="0"/>
              </a:spcAft>
              <a:buSzPts val="1800"/>
              <a:buNone/>
              <a:defRPr/>
            </a:lvl8pPr>
            <a:lvl9pPr indent="-228600" lvl="8" marL="4114800" algn="l">
              <a:lnSpc>
                <a:spcPct val="93000"/>
              </a:lnSpc>
              <a:spcBef>
                <a:spcPts val="215"/>
              </a:spcBef>
              <a:spcAft>
                <a:spcPts val="0"/>
              </a:spcAft>
              <a:buSzPts val="1800"/>
              <a:buNone/>
              <a:defRPr/>
            </a:lvl9pPr>
          </a:lstStyle>
          <a:p/>
        </p:txBody>
      </p:sp>
      <p:sp>
        <p:nvSpPr>
          <p:cNvPr id="115" name="Google Shape;115;p36"/>
          <p:cNvSpPr txBox="1"/>
          <p:nvPr>
            <p:ph idx="2" type="body"/>
          </p:nvPr>
        </p:nvSpPr>
        <p:spPr>
          <a:xfrm>
            <a:off x="5133102" y="1079500"/>
            <a:ext cx="4585573" cy="3598863"/>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800"/>
              <a:buNone/>
              <a:defRPr/>
            </a:lvl1pPr>
            <a:lvl2pPr indent="-228600" lvl="1" marL="914400" algn="l">
              <a:lnSpc>
                <a:spcPct val="93000"/>
              </a:lnSpc>
              <a:spcBef>
                <a:spcPts val="850"/>
              </a:spcBef>
              <a:spcAft>
                <a:spcPts val="0"/>
              </a:spcAft>
              <a:buSzPts val="1800"/>
              <a:buNone/>
              <a:defRPr/>
            </a:lvl2pPr>
            <a:lvl3pPr indent="-228600" lvl="2" marL="1371600" algn="l">
              <a:lnSpc>
                <a:spcPct val="93000"/>
              </a:lnSpc>
              <a:spcBef>
                <a:spcPts val="640"/>
              </a:spcBef>
              <a:spcAft>
                <a:spcPts val="0"/>
              </a:spcAft>
              <a:buSzPts val="1800"/>
              <a:buNone/>
              <a:defRPr/>
            </a:lvl3pPr>
            <a:lvl4pPr indent="-228600" lvl="3" marL="1828800" algn="l">
              <a:lnSpc>
                <a:spcPct val="93000"/>
              </a:lnSpc>
              <a:spcBef>
                <a:spcPts val="425"/>
              </a:spcBef>
              <a:spcAft>
                <a:spcPts val="0"/>
              </a:spcAft>
              <a:buSzPts val="1800"/>
              <a:buNone/>
              <a:defRPr/>
            </a:lvl4pPr>
            <a:lvl5pPr indent="-228600" lvl="4" marL="2286000" algn="l">
              <a:lnSpc>
                <a:spcPct val="93000"/>
              </a:lnSpc>
              <a:spcBef>
                <a:spcPts val="215"/>
              </a:spcBef>
              <a:spcAft>
                <a:spcPts val="0"/>
              </a:spcAft>
              <a:buSzPts val="1800"/>
              <a:buNone/>
              <a:defRPr/>
            </a:lvl5pPr>
            <a:lvl6pPr indent="-228600" lvl="5" marL="2743200" algn="l">
              <a:lnSpc>
                <a:spcPct val="93000"/>
              </a:lnSpc>
              <a:spcBef>
                <a:spcPts val="215"/>
              </a:spcBef>
              <a:spcAft>
                <a:spcPts val="0"/>
              </a:spcAft>
              <a:buSzPts val="1800"/>
              <a:buNone/>
              <a:defRPr/>
            </a:lvl6pPr>
            <a:lvl7pPr indent="-228600" lvl="6" marL="3200400" algn="l">
              <a:lnSpc>
                <a:spcPct val="93000"/>
              </a:lnSpc>
              <a:spcBef>
                <a:spcPts val="215"/>
              </a:spcBef>
              <a:spcAft>
                <a:spcPts val="0"/>
              </a:spcAft>
              <a:buSzPts val="1800"/>
              <a:buNone/>
              <a:defRPr/>
            </a:lvl7pPr>
            <a:lvl8pPr indent="-228600" lvl="7" marL="3657600" algn="l">
              <a:lnSpc>
                <a:spcPct val="93000"/>
              </a:lnSpc>
              <a:spcBef>
                <a:spcPts val="215"/>
              </a:spcBef>
              <a:spcAft>
                <a:spcPts val="0"/>
              </a:spcAft>
              <a:buSzPts val="1800"/>
              <a:buNone/>
              <a:defRPr/>
            </a:lvl8pPr>
            <a:lvl9pPr indent="-228600" lvl="8" marL="4114800" algn="l">
              <a:lnSpc>
                <a:spcPct val="93000"/>
              </a:lnSpc>
              <a:spcBef>
                <a:spcPts val="215"/>
              </a:spcBef>
              <a:spcAft>
                <a:spcPts val="0"/>
              </a:spcAft>
              <a:buSzPts val="1800"/>
              <a:buNone/>
              <a:defRPr/>
            </a:lvl9pPr>
          </a:lstStyle>
          <a:p/>
        </p:txBody>
      </p:sp>
      <p:sp>
        <p:nvSpPr>
          <p:cNvPr id="116" name="Google Shape;116;p36"/>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17" name="Google Shape;117;p36"/>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18" name="Google Shape;118;p36"/>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9" name="Shape 119"/>
        <p:cNvGrpSpPr/>
        <p:nvPr/>
      </p:nvGrpSpPr>
      <p:grpSpPr>
        <a:xfrm>
          <a:off x="0" y="0"/>
          <a:ext cx="0" cy="0"/>
          <a:chOff x="0" y="0"/>
          <a:chExt cx="0" cy="0"/>
        </a:xfrm>
      </p:grpSpPr>
      <p:sp>
        <p:nvSpPr>
          <p:cNvPr id="120" name="Google Shape;120;p37"/>
          <p:cNvSpPr txBox="1"/>
          <p:nvPr>
            <p:ph type="title"/>
          </p:nvPr>
        </p:nvSpPr>
        <p:spPr>
          <a:xfrm>
            <a:off x="694356" y="301904"/>
            <a:ext cx="8694539" cy="1096044"/>
          </a:xfrm>
          <a:prstGeom prst="rect">
            <a:avLst/>
          </a:prstGeom>
          <a:noFill/>
          <a:ln>
            <a:noFill/>
          </a:ln>
        </p:spPr>
        <p:txBody>
          <a:bodyPr anchorCtr="0" anchor="ctr" bIns="0" lIns="0" spcFirstLastPara="1" rIns="0" wrap="square" tIns="0">
            <a:noAutofit/>
          </a:bodyPr>
          <a:lstStyle>
            <a:lvl1pPr lvl="0" algn="ctr">
              <a:lnSpc>
                <a:spcPct val="93000"/>
              </a:lnSpc>
              <a:spcBef>
                <a:spcPts val="0"/>
              </a:spcBef>
              <a:spcAft>
                <a:spcPts val="0"/>
              </a:spcAft>
              <a:buSzPts val="1800"/>
              <a:buNone/>
              <a:defRPr/>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37"/>
          <p:cNvSpPr txBox="1"/>
          <p:nvPr>
            <p:ph idx="1" type="body"/>
          </p:nvPr>
        </p:nvSpPr>
        <p:spPr>
          <a:xfrm>
            <a:off x="694356" y="1390073"/>
            <a:ext cx="4264576" cy="681253"/>
          </a:xfrm>
          <a:prstGeom prst="rect">
            <a:avLst/>
          </a:prstGeom>
          <a:noFill/>
          <a:ln>
            <a:noFill/>
          </a:ln>
        </p:spPr>
        <p:txBody>
          <a:bodyPr anchorCtr="0" anchor="b" bIns="0" lIns="0" spcFirstLastPara="1" rIns="0" wrap="square" tIns="21150">
            <a:noAutofit/>
          </a:bodyPr>
          <a:lstStyle>
            <a:lvl1pPr indent="-228600" lvl="0" marL="457200" algn="l">
              <a:lnSpc>
                <a:spcPct val="93000"/>
              </a:lnSpc>
              <a:spcBef>
                <a:spcPts val="1065"/>
              </a:spcBef>
              <a:spcAft>
                <a:spcPts val="0"/>
              </a:spcAft>
              <a:buSzPts val="1985"/>
              <a:buNone/>
              <a:defRPr b="1" sz="1985"/>
            </a:lvl1pPr>
            <a:lvl2pPr indent="-228600" lvl="1" marL="914400" algn="l">
              <a:lnSpc>
                <a:spcPct val="93000"/>
              </a:lnSpc>
              <a:spcBef>
                <a:spcPts val="850"/>
              </a:spcBef>
              <a:spcAft>
                <a:spcPts val="0"/>
              </a:spcAft>
              <a:buSzPts val="1655"/>
              <a:buNone/>
              <a:defRPr b="1" sz="1654"/>
            </a:lvl2pPr>
            <a:lvl3pPr indent="-228600" lvl="2" marL="1371600" algn="l">
              <a:lnSpc>
                <a:spcPct val="93000"/>
              </a:lnSpc>
              <a:spcBef>
                <a:spcPts val="640"/>
              </a:spcBef>
              <a:spcAft>
                <a:spcPts val="0"/>
              </a:spcAft>
              <a:buSzPts val="1490"/>
              <a:buNone/>
              <a:defRPr b="1" sz="1490"/>
            </a:lvl3pPr>
            <a:lvl4pPr indent="-228600" lvl="3" marL="1828800" algn="l">
              <a:lnSpc>
                <a:spcPct val="93000"/>
              </a:lnSpc>
              <a:spcBef>
                <a:spcPts val="425"/>
              </a:spcBef>
              <a:spcAft>
                <a:spcPts val="0"/>
              </a:spcAft>
              <a:buSzPts val="1325"/>
              <a:buNone/>
              <a:defRPr b="1" sz="1325"/>
            </a:lvl4pPr>
            <a:lvl5pPr indent="-228600" lvl="4" marL="2286000" algn="l">
              <a:lnSpc>
                <a:spcPct val="93000"/>
              </a:lnSpc>
              <a:spcBef>
                <a:spcPts val="215"/>
              </a:spcBef>
              <a:spcAft>
                <a:spcPts val="0"/>
              </a:spcAft>
              <a:buSzPts val="1325"/>
              <a:buNone/>
              <a:defRPr b="1" sz="1325"/>
            </a:lvl5pPr>
            <a:lvl6pPr indent="-228600" lvl="5" marL="2743200" algn="l">
              <a:lnSpc>
                <a:spcPct val="93000"/>
              </a:lnSpc>
              <a:spcBef>
                <a:spcPts val="215"/>
              </a:spcBef>
              <a:spcAft>
                <a:spcPts val="0"/>
              </a:spcAft>
              <a:buSzPts val="1325"/>
              <a:buNone/>
              <a:defRPr b="1" sz="1325"/>
            </a:lvl6pPr>
            <a:lvl7pPr indent="-228600" lvl="6" marL="3200400" algn="l">
              <a:lnSpc>
                <a:spcPct val="93000"/>
              </a:lnSpc>
              <a:spcBef>
                <a:spcPts val="215"/>
              </a:spcBef>
              <a:spcAft>
                <a:spcPts val="0"/>
              </a:spcAft>
              <a:buSzPts val="1325"/>
              <a:buNone/>
              <a:defRPr b="1" sz="1325"/>
            </a:lvl7pPr>
            <a:lvl8pPr indent="-228600" lvl="7" marL="3657600" algn="l">
              <a:lnSpc>
                <a:spcPct val="93000"/>
              </a:lnSpc>
              <a:spcBef>
                <a:spcPts val="215"/>
              </a:spcBef>
              <a:spcAft>
                <a:spcPts val="0"/>
              </a:spcAft>
              <a:buSzPts val="1325"/>
              <a:buNone/>
              <a:defRPr b="1" sz="1325"/>
            </a:lvl8pPr>
            <a:lvl9pPr indent="-228600" lvl="8" marL="4114800" algn="l">
              <a:lnSpc>
                <a:spcPct val="93000"/>
              </a:lnSpc>
              <a:spcBef>
                <a:spcPts val="215"/>
              </a:spcBef>
              <a:spcAft>
                <a:spcPts val="0"/>
              </a:spcAft>
              <a:buSzPts val="1325"/>
              <a:buNone/>
              <a:defRPr b="1" sz="1325"/>
            </a:lvl9pPr>
          </a:lstStyle>
          <a:p/>
        </p:txBody>
      </p:sp>
      <p:sp>
        <p:nvSpPr>
          <p:cNvPr id="122" name="Google Shape;122;p37"/>
          <p:cNvSpPr txBox="1"/>
          <p:nvPr>
            <p:ph idx="2" type="body"/>
          </p:nvPr>
        </p:nvSpPr>
        <p:spPr>
          <a:xfrm>
            <a:off x="694356" y="2071326"/>
            <a:ext cx="4264576" cy="3046608"/>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800"/>
              <a:buNone/>
              <a:defRPr/>
            </a:lvl1pPr>
            <a:lvl2pPr indent="-228600" lvl="1" marL="914400" algn="l">
              <a:lnSpc>
                <a:spcPct val="93000"/>
              </a:lnSpc>
              <a:spcBef>
                <a:spcPts val="850"/>
              </a:spcBef>
              <a:spcAft>
                <a:spcPts val="0"/>
              </a:spcAft>
              <a:buSzPts val="1800"/>
              <a:buNone/>
              <a:defRPr/>
            </a:lvl2pPr>
            <a:lvl3pPr indent="-228600" lvl="2" marL="1371600" algn="l">
              <a:lnSpc>
                <a:spcPct val="93000"/>
              </a:lnSpc>
              <a:spcBef>
                <a:spcPts val="640"/>
              </a:spcBef>
              <a:spcAft>
                <a:spcPts val="0"/>
              </a:spcAft>
              <a:buSzPts val="1800"/>
              <a:buNone/>
              <a:defRPr/>
            </a:lvl3pPr>
            <a:lvl4pPr indent="-228600" lvl="3" marL="1828800" algn="l">
              <a:lnSpc>
                <a:spcPct val="93000"/>
              </a:lnSpc>
              <a:spcBef>
                <a:spcPts val="425"/>
              </a:spcBef>
              <a:spcAft>
                <a:spcPts val="0"/>
              </a:spcAft>
              <a:buSzPts val="1800"/>
              <a:buNone/>
              <a:defRPr/>
            </a:lvl4pPr>
            <a:lvl5pPr indent="-228600" lvl="4" marL="2286000" algn="l">
              <a:lnSpc>
                <a:spcPct val="93000"/>
              </a:lnSpc>
              <a:spcBef>
                <a:spcPts val="215"/>
              </a:spcBef>
              <a:spcAft>
                <a:spcPts val="0"/>
              </a:spcAft>
              <a:buSzPts val="1800"/>
              <a:buNone/>
              <a:defRPr/>
            </a:lvl5pPr>
            <a:lvl6pPr indent="-228600" lvl="5" marL="2743200" algn="l">
              <a:lnSpc>
                <a:spcPct val="93000"/>
              </a:lnSpc>
              <a:spcBef>
                <a:spcPts val="215"/>
              </a:spcBef>
              <a:spcAft>
                <a:spcPts val="0"/>
              </a:spcAft>
              <a:buSzPts val="1800"/>
              <a:buNone/>
              <a:defRPr/>
            </a:lvl6pPr>
            <a:lvl7pPr indent="-228600" lvl="6" marL="3200400" algn="l">
              <a:lnSpc>
                <a:spcPct val="93000"/>
              </a:lnSpc>
              <a:spcBef>
                <a:spcPts val="215"/>
              </a:spcBef>
              <a:spcAft>
                <a:spcPts val="0"/>
              </a:spcAft>
              <a:buSzPts val="1800"/>
              <a:buNone/>
              <a:defRPr/>
            </a:lvl7pPr>
            <a:lvl8pPr indent="-228600" lvl="7" marL="3657600" algn="l">
              <a:lnSpc>
                <a:spcPct val="93000"/>
              </a:lnSpc>
              <a:spcBef>
                <a:spcPts val="215"/>
              </a:spcBef>
              <a:spcAft>
                <a:spcPts val="0"/>
              </a:spcAft>
              <a:buSzPts val="1800"/>
              <a:buNone/>
              <a:defRPr/>
            </a:lvl8pPr>
            <a:lvl9pPr indent="-228600" lvl="8" marL="4114800" algn="l">
              <a:lnSpc>
                <a:spcPct val="93000"/>
              </a:lnSpc>
              <a:spcBef>
                <a:spcPts val="215"/>
              </a:spcBef>
              <a:spcAft>
                <a:spcPts val="0"/>
              </a:spcAft>
              <a:buSzPts val="1800"/>
              <a:buNone/>
              <a:defRPr/>
            </a:lvl9pPr>
          </a:lstStyle>
          <a:p/>
        </p:txBody>
      </p:sp>
      <p:sp>
        <p:nvSpPr>
          <p:cNvPr id="123" name="Google Shape;123;p37"/>
          <p:cNvSpPr txBox="1"/>
          <p:nvPr>
            <p:ph idx="3" type="body"/>
          </p:nvPr>
        </p:nvSpPr>
        <p:spPr>
          <a:xfrm>
            <a:off x="5103316" y="1390073"/>
            <a:ext cx="4285579" cy="681253"/>
          </a:xfrm>
          <a:prstGeom prst="rect">
            <a:avLst/>
          </a:prstGeom>
          <a:noFill/>
          <a:ln>
            <a:noFill/>
          </a:ln>
        </p:spPr>
        <p:txBody>
          <a:bodyPr anchorCtr="0" anchor="b" bIns="0" lIns="0" spcFirstLastPara="1" rIns="0" wrap="square" tIns="21150">
            <a:noAutofit/>
          </a:bodyPr>
          <a:lstStyle>
            <a:lvl1pPr indent="-228600" lvl="0" marL="457200" algn="l">
              <a:lnSpc>
                <a:spcPct val="93000"/>
              </a:lnSpc>
              <a:spcBef>
                <a:spcPts val="1065"/>
              </a:spcBef>
              <a:spcAft>
                <a:spcPts val="0"/>
              </a:spcAft>
              <a:buSzPts val="1985"/>
              <a:buNone/>
              <a:defRPr b="1" sz="1985"/>
            </a:lvl1pPr>
            <a:lvl2pPr indent="-228600" lvl="1" marL="914400" algn="l">
              <a:lnSpc>
                <a:spcPct val="93000"/>
              </a:lnSpc>
              <a:spcBef>
                <a:spcPts val="850"/>
              </a:spcBef>
              <a:spcAft>
                <a:spcPts val="0"/>
              </a:spcAft>
              <a:buSzPts val="1655"/>
              <a:buNone/>
              <a:defRPr b="1" sz="1654"/>
            </a:lvl2pPr>
            <a:lvl3pPr indent="-228600" lvl="2" marL="1371600" algn="l">
              <a:lnSpc>
                <a:spcPct val="93000"/>
              </a:lnSpc>
              <a:spcBef>
                <a:spcPts val="640"/>
              </a:spcBef>
              <a:spcAft>
                <a:spcPts val="0"/>
              </a:spcAft>
              <a:buSzPts val="1490"/>
              <a:buNone/>
              <a:defRPr b="1" sz="1490"/>
            </a:lvl3pPr>
            <a:lvl4pPr indent="-228600" lvl="3" marL="1828800" algn="l">
              <a:lnSpc>
                <a:spcPct val="93000"/>
              </a:lnSpc>
              <a:spcBef>
                <a:spcPts val="425"/>
              </a:spcBef>
              <a:spcAft>
                <a:spcPts val="0"/>
              </a:spcAft>
              <a:buSzPts val="1325"/>
              <a:buNone/>
              <a:defRPr b="1" sz="1325"/>
            </a:lvl4pPr>
            <a:lvl5pPr indent="-228600" lvl="4" marL="2286000" algn="l">
              <a:lnSpc>
                <a:spcPct val="93000"/>
              </a:lnSpc>
              <a:spcBef>
                <a:spcPts val="215"/>
              </a:spcBef>
              <a:spcAft>
                <a:spcPts val="0"/>
              </a:spcAft>
              <a:buSzPts val="1325"/>
              <a:buNone/>
              <a:defRPr b="1" sz="1325"/>
            </a:lvl5pPr>
            <a:lvl6pPr indent="-228600" lvl="5" marL="2743200" algn="l">
              <a:lnSpc>
                <a:spcPct val="93000"/>
              </a:lnSpc>
              <a:spcBef>
                <a:spcPts val="215"/>
              </a:spcBef>
              <a:spcAft>
                <a:spcPts val="0"/>
              </a:spcAft>
              <a:buSzPts val="1325"/>
              <a:buNone/>
              <a:defRPr b="1" sz="1325"/>
            </a:lvl6pPr>
            <a:lvl7pPr indent="-228600" lvl="6" marL="3200400" algn="l">
              <a:lnSpc>
                <a:spcPct val="93000"/>
              </a:lnSpc>
              <a:spcBef>
                <a:spcPts val="215"/>
              </a:spcBef>
              <a:spcAft>
                <a:spcPts val="0"/>
              </a:spcAft>
              <a:buSzPts val="1325"/>
              <a:buNone/>
              <a:defRPr b="1" sz="1325"/>
            </a:lvl7pPr>
            <a:lvl8pPr indent="-228600" lvl="7" marL="3657600" algn="l">
              <a:lnSpc>
                <a:spcPct val="93000"/>
              </a:lnSpc>
              <a:spcBef>
                <a:spcPts val="215"/>
              </a:spcBef>
              <a:spcAft>
                <a:spcPts val="0"/>
              </a:spcAft>
              <a:buSzPts val="1325"/>
              <a:buNone/>
              <a:defRPr b="1" sz="1325"/>
            </a:lvl8pPr>
            <a:lvl9pPr indent="-228600" lvl="8" marL="4114800" algn="l">
              <a:lnSpc>
                <a:spcPct val="93000"/>
              </a:lnSpc>
              <a:spcBef>
                <a:spcPts val="215"/>
              </a:spcBef>
              <a:spcAft>
                <a:spcPts val="0"/>
              </a:spcAft>
              <a:buSzPts val="1325"/>
              <a:buNone/>
              <a:defRPr b="1" sz="1325"/>
            </a:lvl9pPr>
          </a:lstStyle>
          <a:p/>
        </p:txBody>
      </p:sp>
      <p:sp>
        <p:nvSpPr>
          <p:cNvPr id="124" name="Google Shape;124;p37"/>
          <p:cNvSpPr txBox="1"/>
          <p:nvPr>
            <p:ph idx="4" type="body"/>
          </p:nvPr>
        </p:nvSpPr>
        <p:spPr>
          <a:xfrm>
            <a:off x="5103316" y="2071326"/>
            <a:ext cx="4285579" cy="3046608"/>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800"/>
              <a:buNone/>
              <a:defRPr/>
            </a:lvl1pPr>
            <a:lvl2pPr indent="-228600" lvl="1" marL="914400" algn="l">
              <a:lnSpc>
                <a:spcPct val="93000"/>
              </a:lnSpc>
              <a:spcBef>
                <a:spcPts val="850"/>
              </a:spcBef>
              <a:spcAft>
                <a:spcPts val="0"/>
              </a:spcAft>
              <a:buSzPts val="1800"/>
              <a:buNone/>
              <a:defRPr/>
            </a:lvl2pPr>
            <a:lvl3pPr indent="-228600" lvl="2" marL="1371600" algn="l">
              <a:lnSpc>
                <a:spcPct val="93000"/>
              </a:lnSpc>
              <a:spcBef>
                <a:spcPts val="640"/>
              </a:spcBef>
              <a:spcAft>
                <a:spcPts val="0"/>
              </a:spcAft>
              <a:buSzPts val="1800"/>
              <a:buNone/>
              <a:defRPr/>
            </a:lvl3pPr>
            <a:lvl4pPr indent="-228600" lvl="3" marL="1828800" algn="l">
              <a:lnSpc>
                <a:spcPct val="93000"/>
              </a:lnSpc>
              <a:spcBef>
                <a:spcPts val="425"/>
              </a:spcBef>
              <a:spcAft>
                <a:spcPts val="0"/>
              </a:spcAft>
              <a:buSzPts val="1800"/>
              <a:buNone/>
              <a:defRPr/>
            </a:lvl4pPr>
            <a:lvl5pPr indent="-228600" lvl="4" marL="2286000" algn="l">
              <a:lnSpc>
                <a:spcPct val="93000"/>
              </a:lnSpc>
              <a:spcBef>
                <a:spcPts val="215"/>
              </a:spcBef>
              <a:spcAft>
                <a:spcPts val="0"/>
              </a:spcAft>
              <a:buSzPts val="1800"/>
              <a:buNone/>
              <a:defRPr/>
            </a:lvl5pPr>
            <a:lvl6pPr indent="-228600" lvl="5" marL="2743200" algn="l">
              <a:lnSpc>
                <a:spcPct val="93000"/>
              </a:lnSpc>
              <a:spcBef>
                <a:spcPts val="215"/>
              </a:spcBef>
              <a:spcAft>
                <a:spcPts val="0"/>
              </a:spcAft>
              <a:buSzPts val="1800"/>
              <a:buNone/>
              <a:defRPr/>
            </a:lvl6pPr>
            <a:lvl7pPr indent="-228600" lvl="6" marL="3200400" algn="l">
              <a:lnSpc>
                <a:spcPct val="93000"/>
              </a:lnSpc>
              <a:spcBef>
                <a:spcPts val="215"/>
              </a:spcBef>
              <a:spcAft>
                <a:spcPts val="0"/>
              </a:spcAft>
              <a:buSzPts val="1800"/>
              <a:buNone/>
              <a:defRPr/>
            </a:lvl7pPr>
            <a:lvl8pPr indent="-228600" lvl="7" marL="3657600" algn="l">
              <a:lnSpc>
                <a:spcPct val="93000"/>
              </a:lnSpc>
              <a:spcBef>
                <a:spcPts val="215"/>
              </a:spcBef>
              <a:spcAft>
                <a:spcPts val="0"/>
              </a:spcAft>
              <a:buSzPts val="1800"/>
              <a:buNone/>
              <a:defRPr/>
            </a:lvl8pPr>
            <a:lvl9pPr indent="-228600" lvl="8" marL="4114800" algn="l">
              <a:lnSpc>
                <a:spcPct val="93000"/>
              </a:lnSpc>
              <a:spcBef>
                <a:spcPts val="215"/>
              </a:spcBef>
              <a:spcAft>
                <a:spcPts val="0"/>
              </a:spcAft>
              <a:buSzPts val="1800"/>
              <a:buNone/>
              <a:defRPr/>
            </a:lvl9pPr>
          </a:lstStyle>
          <a:p/>
        </p:txBody>
      </p:sp>
      <p:sp>
        <p:nvSpPr>
          <p:cNvPr id="125" name="Google Shape;125;p37"/>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26" name="Google Shape;126;p37"/>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27" name="Google Shape;127;p37"/>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8" name="Shape 128"/>
        <p:cNvGrpSpPr/>
        <p:nvPr/>
      </p:nvGrpSpPr>
      <p:grpSpPr>
        <a:xfrm>
          <a:off x="0" y="0"/>
          <a:ext cx="0" cy="0"/>
          <a:chOff x="0" y="0"/>
          <a:chExt cx="0" cy="0"/>
        </a:xfrm>
      </p:grpSpPr>
      <p:sp>
        <p:nvSpPr>
          <p:cNvPr id="129" name="Google Shape;129;p38"/>
          <p:cNvSpPr txBox="1"/>
          <p:nvPr>
            <p:ph type="title"/>
          </p:nvPr>
        </p:nvSpPr>
        <p:spPr>
          <a:xfrm>
            <a:off x="360362" y="179387"/>
            <a:ext cx="9358312" cy="476250"/>
          </a:xfrm>
          <a:prstGeom prst="rect">
            <a:avLst/>
          </a:prstGeom>
          <a:noFill/>
          <a:ln>
            <a:noFill/>
          </a:ln>
        </p:spPr>
        <p:txBody>
          <a:bodyPr anchorCtr="0" anchor="ctr" bIns="0" lIns="0" spcFirstLastPara="1" rIns="0" wrap="square" tIns="0">
            <a:noAutofit/>
          </a:bodyPr>
          <a:lstStyle>
            <a:lvl1pPr lvl="0" algn="ctr">
              <a:lnSpc>
                <a:spcPct val="93000"/>
              </a:lnSpc>
              <a:spcBef>
                <a:spcPts val="0"/>
              </a:spcBef>
              <a:spcAft>
                <a:spcPts val="0"/>
              </a:spcAft>
              <a:buSzPts val="1800"/>
              <a:buNone/>
              <a:defRPr/>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38"/>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31" name="Google Shape;131;p38"/>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32" name="Google Shape;132;p38"/>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3" name="Shape 133"/>
        <p:cNvGrpSpPr/>
        <p:nvPr/>
      </p:nvGrpSpPr>
      <p:grpSpPr>
        <a:xfrm>
          <a:off x="0" y="0"/>
          <a:ext cx="0" cy="0"/>
          <a:chOff x="0" y="0"/>
          <a:chExt cx="0" cy="0"/>
        </a:xfrm>
      </p:grpSpPr>
      <p:sp>
        <p:nvSpPr>
          <p:cNvPr id="134" name="Google Shape;134;p39"/>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35" name="Google Shape;135;p39"/>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36" name="Google Shape;136;p39"/>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7" name="Shape 137"/>
        <p:cNvGrpSpPr/>
        <p:nvPr/>
      </p:nvGrpSpPr>
      <p:grpSpPr>
        <a:xfrm>
          <a:off x="0" y="0"/>
          <a:ext cx="0" cy="0"/>
          <a:chOff x="0" y="0"/>
          <a:chExt cx="0" cy="0"/>
        </a:xfrm>
      </p:grpSpPr>
      <p:sp>
        <p:nvSpPr>
          <p:cNvPr id="138" name="Google Shape;138;p40"/>
          <p:cNvSpPr txBox="1"/>
          <p:nvPr>
            <p:ph type="title"/>
          </p:nvPr>
        </p:nvSpPr>
        <p:spPr>
          <a:xfrm>
            <a:off x="694356" y="378037"/>
            <a:ext cx="3251264" cy="1323128"/>
          </a:xfrm>
          <a:prstGeom prst="rect">
            <a:avLst/>
          </a:prstGeom>
          <a:noFill/>
          <a:ln>
            <a:noFill/>
          </a:ln>
        </p:spPr>
        <p:txBody>
          <a:bodyPr anchorCtr="0" anchor="b" bIns="0" lIns="0" spcFirstLastPara="1" rIns="0" wrap="square" tIns="0">
            <a:noAutofit/>
          </a:bodyPr>
          <a:lstStyle>
            <a:lvl1pPr lvl="0" algn="ctr">
              <a:lnSpc>
                <a:spcPct val="93000"/>
              </a:lnSpc>
              <a:spcBef>
                <a:spcPts val="0"/>
              </a:spcBef>
              <a:spcAft>
                <a:spcPts val="0"/>
              </a:spcAft>
              <a:buSzPts val="2645"/>
              <a:buNone/>
              <a:defRPr sz="2645"/>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9" name="Google Shape;139;p40"/>
          <p:cNvSpPr txBox="1"/>
          <p:nvPr>
            <p:ph idx="1" type="body"/>
          </p:nvPr>
        </p:nvSpPr>
        <p:spPr>
          <a:xfrm>
            <a:off x="4285579" y="816454"/>
            <a:ext cx="5103316" cy="4029766"/>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2645"/>
              <a:buNone/>
              <a:defRPr sz="2645"/>
            </a:lvl1pPr>
            <a:lvl2pPr indent="-228600" lvl="1" marL="914400" algn="l">
              <a:lnSpc>
                <a:spcPct val="93000"/>
              </a:lnSpc>
              <a:spcBef>
                <a:spcPts val="850"/>
              </a:spcBef>
              <a:spcAft>
                <a:spcPts val="0"/>
              </a:spcAft>
              <a:buSzPts val="2315"/>
              <a:buNone/>
              <a:defRPr sz="2315"/>
            </a:lvl2pPr>
            <a:lvl3pPr indent="-228600" lvl="2" marL="1371600" algn="l">
              <a:lnSpc>
                <a:spcPct val="93000"/>
              </a:lnSpc>
              <a:spcBef>
                <a:spcPts val="640"/>
              </a:spcBef>
              <a:spcAft>
                <a:spcPts val="0"/>
              </a:spcAft>
              <a:buSzPts val="1985"/>
              <a:buNone/>
              <a:defRPr sz="1985"/>
            </a:lvl3pPr>
            <a:lvl4pPr indent="-228600" lvl="3" marL="1828800" algn="l">
              <a:lnSpc>
                <a:spcPct val="93000"/>
              </a:lnSpc>
              <a:spcBef>
                <a:spcPts val="425"/>
              </a:spcBef>
              <a:spcAft>
                <a:spcPts val="0"/>
              </a:spcAft>
              <a:buSzPts val="1655"/>
              <a:buNone/>
              <a:defRPr sz="1654"/>
            </a:lvl4pPr>
            <a:lvl5pPr indent="-228600" lvl="4" marL="2286000" algn="l">
              <a:lnSpc>
                <a:spcPct val="93000"/>
              </a:lnSpc>
              <a:spcBef>
                <a:spcPts val="215"/>
              </a:spcBef>
              <a:spcAft>
                <a:spcPts val="0"/>
              </a:spcAft>
              <a:buSzPts val="1655"/>
              <a:buNone/>
              <a:defRPr sz="1654"/>
            </a:lvl5pPr>
            <a:lvl6pPr indent="-228600" lvl="5" marL="2743200" algn="l">
              <a:lnSpc>
                <a:spcPct val="93000"/>
              </a:lnSpc>
              <a:spcBef>
                <a:spcPts val="215"/>
              </a:spcBef>
              <a:spcAft>
                <a:spcPts val="0"/>
              </a:spcAft>
              <a:buSzPts val="1655"/>
              <a:buNone/>
              <a:defRPr sz="1654"/>
            </a:lvl6pPr>
            <a:lvl7pPr indent="-228600" lvl="6" marL="3200400" algn="l">
              <a:lnSpc>
                <a:spcPct val="93000"/>
              </a:lnSpc>
              <a:spcBef>
                <a:spcPts val="215"/>
              </a:spcBef>
              <a:spcAft>
                <a:spcPts val="0"/>
              </a:spcAft>
              <a:buSzPts val="1655"/>
              <a:buNone/>
              <a:defRPr sz="1654"/>
            </a:lvl7pPr>
            <a:lvl8pPr indent="-228600" lvl="7" marL="3657600" algn="l">
              <a:lnSpc>
                <a:spcPct val="93000"/>
              </a:lnSpc>
              <a:spcBef>
                <a:spcPts val="215"/>
              </a:spcBef>
              <a:spcAft>
                <a:spcPts val="0"/>
              </a:spcAft>
              <a:buSzPts val="1655"/>
              <a:buNone/>
              <a:defRPr sz="1654"/>
            </a:lvl8pPr>
            <a:lvl9pPr indent="-228600" lvl="8" marL="4114800" algn="l">
              <a:lnSpc>
                <a:spcPct val="93000"/>
              </a:lnSpc>
              <a:spcBef>
                <a:spcPts val="215"/>
              </a:spcBef>
              <a:spcAft>
                <a:spcPts val="0"/>
              </a:spcAft>
              <a:buSzPts val="1655"/>
              <a:buNone/>
              <a:defRPr sz="1654"/>
            </a:lvl9pPr>
          </a:lstStyle>
          <a:p/>
        </p:txBody>
      </p:sp>
      <p:sp>
        <p:nvSpPr>
          <p:cNvPr id="140" name="Google Shape;140;p40"/>
          <p:cNvSpPr txBox="1"/>
          <p:nvPr>
            <p:ph idx="2" type="body"/>
          </p:nvPr>
        </p:nvSpPr>
        <p:spPr>
          <a:xfrm>
            <a:off x="694356" y="1701165"/>
            <a:ext cx="3251264" cy="3151619"/>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325"/>
              <a:buNone/>
              <a:defRPr sz="1325"/>
            </a:lvl1pPr>
            <a:lvl2pPr indent="-228600" lvl="1" marL="914400" algn="l">
              <a:lnSpc>
                <a:spcPct val="93000"/>
              </a:lnSpc>
              <a:spcBef>
                <a:spcPts val="850"/>
              </a:spcBef>
              <a:spcAft>
                <a:spcPts val="0"/>
              </a:spcAft>
              <a:buSzPts val="1160"/>
              <a:buNone/>
              <a:defRPr sz="1160"/>
            </a:lvl2pPr>
            <a:lvl3pPr indent="-228600" lvl="2" marL="1371600" algn="l">
              <a:lnSpc>
                <a:spcPct val="93000"/>
              </a:lnSpc>
              <a:spcBef>
                <a:spcPts val="640"/>
              </a:spcBef>
              <a:spcAft>
                <a:spcPts val="0"/>
              </a:spcAft>
              <a:buSzPts val="990"/>
              <a:buNone/>
              <a:defRPr sz="989"/>
            </a:lvl3pPr>
            <a:lvl4pPr indent="-228600" lvl="3" marL="1828800" algn="l">
              <a:lnSpc>
                <a:spcPct val="93000"/>
              </a:lnSpc>
              <a:spcBef>
                <a:spcPts val="425"/>
              </a:spcBef>
              <a:spcAft>
                <a:spcPts val="0"/>
              </a:spcAft>
              <a:buSzPts val="825"/>
              <a:buNone/>
              <a:defRPr sz="825"/>
            </a:lvl4pPr>
            <a:lvl5pPr indent="-228600" lvl="4" marL="2286000" algn="l">
              <a:lnSpc>
                <a:spcPct val="93000"/>
              </a:lnSpc>
              <a:spcBef>
                <a:spcPts val="215"/>
              </a:spcBef>
              <a:spcAft>
                <a:spcPts val="0"/>
              </a:spcAft>
              <a:buSzPts val="825"/>
              <a:buNone/>
              <a:defRPr sz="825"/>
            </a:lvl5pPr>
            <a:lvl6pPr indent="-228600" lvl="5" marL="2743200" algn="l">
              <a:lnSpc>
                <a:spcPct val="93000"/>
              </a:lnSpc>
              <a:spcBef>
                <a:spcPts val="215"/>
              </a:spcBef>
              <a:spcAft>
                <a:spcPts val="0"/>
              </a:spcAft>
              <a:buSzPts val="825"/>
              <a:buNone/>
              <a:defRPr sz="825"/>
            </a:lvl6pPr>
            <a:lvl7pPr indent="-228600" lvl="6" marL="3200400" algn="l">
              <a:lnSpc>
                <a:spcPct val="93000"/>
              </a:lnSpc>
              <a:spcBef>
                <a:spcPts val="215"/>
              </a:spcBef>
              <a:spcAft>
                <a:spcPts val="0"/>
              </a:spcAft>
              <a:buSzPts val="825"/>
              <a:buNone/>
              <a:defRPr sz="825"/>
            </a:lvl7pPr>
            <a:lvl8pPr indent="-228600" lvl="7" marL="3657600" algn="l">
              <a:lnSpc>
                <a:spcPct val="93000"/>
              </a:lnSpc>
              <a:spcBef>
                <a:spcPts val="215"/>
              </a:spcBef>
              <a:spcAft>
                <a:spcPts val="0"/>
              </a:spcAft>
              <a:buSzPts val="825"/>
              <a:buNone/>
              <a:defRPr sz="825"/>
            </a:lvl8pPr>
            <a:lvl9pPr indent="-228600" lvl="8" marL="4114800" algn="l">
              <a:lnSpc>
                <a:spcPct val="93000"/>
              </a:lnSpc>
              <a:spcBef>
                <a:spcPts val="215"/>
              </a:spcBef>
              <a:spcAft>
                <a:spcPts val="0"/>
              </a:spcAft>
              <a:buSzPts val="825"/>
              <a:buNone/>
              <a:defRPr sz="825"/>
            </a:lvl9pPr>
          </a:lstStyle>
          <a:p/>
        </p:txBody>
      </p:sp>
      <p:sp>
        <p:nvSpPr>
          <p:cNvPr id="141" name="Google Shape;141;p40"/>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42" name="Google Shape;142;p40"/>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43" name="Google Shape;143;p40"/>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4" name="Shape 144"/>
        <p:cNvGrpSpPr/>
        <p:nvPr/>
      </p:nvGrpSpPr>
      <p:grpSpPr>
        <a:xfrm>
          <a:off x="0" y="0"/>
          <a:ext cx="0" cy="0"/>
          <a:chOff x="0" y="0"/>
          <a:chExt cx="0" cy="0"/>
        </a:xfrm>
      </p:grpSpPr>
      <p:sp>
        <p:nvSpPr>
          <p:cNvPr id="145" name="Google Shape;145;p41"/>
          <p:cNvSpPr txBox="1"/>
          <p:nvPr>
            <p:ph type="title"/>
          </p:nvPr>
        </p:nvSpPr>
        <p:spPr>
          <a:xfrm>
            <a:off x="694356" y="378037"/>
            <a:ext cx="3251264" cy="1323128"/>
          </a:xfrm>
          <a:prstGeom prst="rect">
            <a:avLst/>
          </a:prstGeom>
          <a:noFill/>
          <a:ln>
            <a:noFill/>
          </a:ln>
        </p:spPr>
        <p:txBody>
          <a:bodyPr anchorCtr="0" anchor="b" bIns="0" lIns="0" spcFirstLastPara="1" rIns="0" wrap="square" tIns="0">
            <a:noAutofit/>
          </a:bodyPr>
          <a:lstStyle>
            <a:lvl1pPr lvl="0" algn="ctr">
              <a:lnSpc>
                <a:spcPct val="93000"/>
              </a:lnSpc>
              <a:spcBef>
                <a:spcPts val="0"/>
              </a:spcBef>
              <a:spcAft>
                <a:spcPts val="0"/>
              </a:spcAft>
              <a:buSzPts val="2645"/>
              <a:buNone/>
              <a:defRPr sz="2645"/>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6" name="Google Shape;146;p41"/>
          <p:cNvSpPr/>
          <p:nvPr>
            <p:ph idx="2" type="pic"/>
          </p:nvPr>
        </p:nvSpPr>
        <p:spPr>
          <a:xfrm>
            <a:off x="4285579" y="816454"/>
            <a:ext cx="5103316" cy="4029766"/>
          </a:xfrm>
          <a:prstGeom prst="rect">
            <a:avLst/>
          </a:prstGeom>
          <a:noFill/>
          <a:ln>
            <a:noFill/>
          </a:ln>
        </p:spPr>
      </p:sp>
      <p:sp>
        <p:nvSpPr>
          <p:cNvPr id="147" name="Google Shape;147;p41"/>
          <p:cNvSpPr txBox="1"/>
          <p:nvPr>
            <p:ph idx="1" type="body"/>
          </p:nvPr>
        </p:nvSpPr>
        <p:spPr>
          <a:xfrm>
            <a:off x="694356" y="1701165"/>
            <a:ext cx="3251264" cy="3151619"/>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325"/>
              <a:buNone/>
              <a:defRPr sz="1325"/>
            </a:lvl1pPr>
            <a:lvl2pPr indent="-228600" lvl="1" marL="914400" algn="l">
              <a:lnSpc>
                <a:spcPct val="93000"/>
              </a:lnSpc>
              <a:spcBef>
                <a:spcPts val="850"/>
              </a:spcBef>
              <a:spcAft>
                <a:spcPts val="0"/>
              </a:spcAft>
              <a:buSzPts val="1160"/>
              <a:buNone/>
              <a:defRPr sz="1160"/>
            </a:lvl2pPr>
            <a:lvl3pPr indent="-228600" lvl="2" marL="1371600" algn="l">
              <a:lnSpc>
                <a:spcPct val="93000"/>
              </a:lnSpc>
              <a:spcBef>
                <a:spcPts val="640"/>
              </a:spcBef>
              <a:spcAft>
                <a:spcPts val="0"/>
              </a:spcAft>
              <a:buSzPts val="990"/>
              <a:buNone/>
              <a:defRPr sz="989"/>
            </a:lvl3pPr>
            <a:lvl4pPr indent="-228600" lvl="3" marL="1828800" algn="l">
              <a:lnSpc>
                <a:spcPct val="93000"/>
              </a:lnSpc>
              <a:spcBef>
                <a:spcPts val="425"/>
              </a:spcBef>
              <a:spcAft>
                <a:spcPts val="0"/>
              </a:spcAft>
              <a:buSzPts val="825"/>
              <a:buNone/>
              <a:defRPr sz="825"/>
            </a:lvl4pPr>
            <a:lvl5pPr indent="-228600" lvl="4" marL="2286000" algn="l">
              <a:lnSpc>
                <a:spcPct val="93000"/>
              </a:lnSpc>
              <a:spcBef>
                <a:spcPts val="215"/>
              </a:spcBef>
              <a:spcAft>
                <a:spcPts val="0"/>
              </a:spcAft>
              <a:buSzPts val="825"/>
              <a:buNone/>
              <a:defRPr sz="825"/>
            </a:lvl5pPr>
            <a:lvl6pPr indent="-228600" lvl="5" marL="2743200" algn="l">
              <a:lnSpc>
                <a:spcPct val="93000"/>
              </a:lnSpc>
              <a:spcBef>
                <a:spcPts val="215"/>
              </a:spcBef>
              <a:spcAft>
                <a:spcPts val="0"/>
              </a:spcAft>
              <a:buSzPts val="825"/>
              <a:buNone/>
              <a:defRPr sz="825"/>
            </a:lvl6pPr>
            <a:lvl7pPr indent="-228600" lvl="6" marL="3200400" algn="l">
              <a:lnSpc>
                <a:spcPct val="93000"/>
              </a:lnSpc>
              <a:spcBef>
                <a:spcPts val="215"/>
              </a:spcBef>
              <a:spcAft>
                <a:spcPts val="0"/>
              </a:spcAft>
              <a:buSzPts val="825"/>
              <a:buNone/>
              <a:defRPr sz="825"/>
            </a:lvl7pPr>
            <a:lvl8pPr indent="-228600" lvl="7" marL="3657600" algn="l">
              <a:lnSpc>
                <a:spcPct val="93000"/>
              </a:lnSpc>
              <a:spcBef>
                <a:spcPts val="215"/>
              </a:spcBef>
              <a:spcAft>
                <a:spcPts val="0"/>
              </a:spcAft>
              <a:buSzPts val="825"/>
              <a:buNone/>
              <a:defRPr sz="825"/>
            </a:lvl8pPr>
            <a:lvl9pPr indent="-228600" lvl="8" marL="4114800" algn="l">
              <a:lnSpc>
                <a:spcPct val="93000"/>
              </a:lnSpc>
              <a:spcBef>
                <a:spcPts val="215"/>
              </a:spcBef>
              <a:spcAft>
                <a:spcPts val="0"/>
              </a:spcAft>
              <a:buSzPts val="825"/>
              <a:buNone/>
              <a:defRPr sz="825"/>
            </a:lvl9pPr>
          </a:lstStyle>
          <a:p/>
        </p:txBody>
      </p:sp>
      <p:sp>
        <p:nvSpPr>
          <p:cNvPr id="148" name="Google Shape;148;p41"/>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49" name="Google Shape;149;p41"/>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50" name="Google Shape;150;p41"/>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1" name="Shape 151"/>
        <p:cNvGrpSpPr/>
        <p:nvPr/>
      </p:nvGrpSpPr>
      <p:grpSpPr>
        <a:xfrm>
          <a:off x="0" y="0"/>
          <a:ext cx="0" cy="0"/>
          <a:chOff x="0" y="0"/>
          <a:chExt cx="0" cy="0"/>
        </a:xfrm>
      </p:grpSpPr>
      <p:sp>
        <p:nvSpPr>
          <p:cNvPr id="152" name="Google Shape;152;p42"/>
          <p:cNvSpPr txBox="1"/>
          <p:nvPr>
            <p:ph type="title"/>
          </p:nvPr>
        </p:nvSpPr>
        <p:spPr>
          <a:xfrm>
            <a:off x="360362" y="179387"/>
            <a:ext cx="9358312" cy="476250"/>
          </a:xfrm>
          <a:prstGeom prst="rect">
            <a:avLst/>
          </a:prstGeom>
          <a:noFill/>
          <a:ln>
            <a:noFill/>
          </a:ln>
        </p:spPr>
        <p:txBody>
          <a:bodyPr anchorCtr="0" anchor="ctr" bIns="0" lIns="0" spcFirstLastPara="1" rIns="0" wrap="square" tIns="0">
            <a:noAutofit/>
          </a:bodyPr>
          <a:lstStyle>
            <a:lvl1pPr lvl="0" algn="ctr">
              <a:lnSpc>
                <a:spcPct val="93000"/>
              </a:lnSpc>
              <a:spcBef>
                <a:spcPts val="0"/>
              </a:spcBef>
              <a:spcAft>
                <a:spcPts val="0"/>
              </a:spcAft>
              <a:buSzPts val="1800"/>
              <a:buNone/>
              <a:defRPr/>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 name="Google Shape;153;p42"/>
          <p:cNvSpPr txBox="1"/>
          <p:nvPr>
            <p:ph idx="1" type="body"/>
          </p:nvPr>
        </p:nvSpPr>
        <p:spPr>
          <a:xfrm rot="5400000">
            <a:off x="3240087" y="-1800225"/>
            <a:ext cx="3598862" cy="9358312"/>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800"/>
              <a:buNone/>
              <a:defRPr/>
            </a:lvl1pPr>
            <a:lvl2pPr indent="-228600" lvl="1" marL="914400" algn="l">
              <a:lnSpc>
                <a:spcPct val="93000"/>
              </a:lnSpc>
              <a:spcBef>
                <a:spcPts val="850"/>
              </a:spcBef>
              <a:spcAft>
                <a:spcPts val="0"/>
              </a:spcAft>
              <a:buSzPts val="1800"/>
              <a:buNone/>
              <a:defRPr/>
            </a:lvl2pPr>
            <a:lvl3pPr indent="-228600" lvl="2" marL="1371600" algn="l">
              <a:lnSpc>
                <a:spcPct val="93000"/>
              </a:lnSpc>
              <a:spcBef>
                <a:spcPts val="640"/>
              </a:spcBef>
              <a:spcAft>
                <a:spcPts val="0"/>
              </a:spcAft>
              <a:buSzPts val="1800"/>
              <a:buNone/>
              <a:defRPr/>
            </a:lvl3pPr>
            <a:lvl4pPr indent="-228600" lvl="3" marL="1828800" algn="l">
              <a:lnSpc>
                <a:spcPct val="93000"/>
              </a:lnSpc>
              <a:spcBef>
                <a:spcPts val="425"/>
              </a:spcBef>
              <a:spcAft>
                <a:spcPts val="0"/>
              </a:spcAft>
              <a:buSzPts val="1800"/>
              <a:buNone/>
              <a:defRPr/>
            </a:lvl4pPr>
            <a:lvl5pPr indent="-228600" lvl="4" marL="2286000" algn="l">
              <a:lnSpc>
                <a:spcPct val="93000"/>
              </a:lnSpc>
              <a:spcBef>
                <a:spcPts val="215"/>
              </a:spcBef>
              <a:spcAft>
                <a:spcPts val="0"/>
              </a:spcAft>
              <a:buSzPts val="1800"/>
              <a:buNone/>
              <a:defRPr/>
            </a:lvl5pPr>
            <a:lvl6pPr indent="-228600" lvl="5" marL="2743200" algn="l">
              <a:lnSpc>
                <a:spcPct val="93000"/>
              </a:lnSpc>
              <a:spcBef>
                <a:spcPts val="215"/>
              </a:spcBef>
              <a:spcAft>
                <a:spcPts val="0"/>
              </a:spcAft>
              <a:buSzPts val="1800"/>
              <a:buNone/>
              <a:defRPr/>
            </a:lvl6pPr>
            <a:lvl7pPr indent="-228600" lvl="6" marL="3200400" algn="l">
              <a:lnSpc>
                <a:spcPct val="93000"/>
              </a:lnSpc>
              <a:spcBef>
                <a:spcPts val="215"/>
              </a:spcBef>
              <a:spcAft>
                <a:spcPts val="0"/>
              </a:spcAft>
              <a:buSzPts val="1800"/>
              <a:buNone/>
              <a:defRPr/>
            </a:lvl7pPr>
            <a:lvl8pPr indent="-228600" lvl="7" marL="3657600" algn="l">
              <a:lnSpc>
                <a:spcPct val="93000"/>
              </a:lnSpc>
              <a:spcBef>
                <a:spcPts val="215"/>
              </a:spcBef>
              <a:spcAft>
                <a:spcPts val="0"/>
              </a:spcAft>
              <a:buSzPts val="1800"/>
              <a:buNone/>
              <a:defRPr/>
            </a:lvl8pPr>
            <a:lvl9pPr indent="-228600" lvl="8" marL="4114800" algn="l">
              <a:lnSpc>
                <a:spcPct val="93000"/>
              </a:lnSpc>
              <a:spcBef>
                <a:spcPts val="215"/>
              </a:spcBef>
              <a:spcAft>
                <a:spcPts val="0"/>
              </a:spcAft>
              <a:buSzPts val="1800"/>
              <a:buNone/>
              <a:defRPr/>
            </a:lvl9pPr>
          </a:lstStyle>
          <a:p/>
        </p:txBody>
      </p:sp>
      <p:sp>
        <p:nvSpPr>
          <p:cNvPr id="154" name="Google Shape;154;p42"/>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55" name="Google Shape;155;p42"/>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56" name="Google Shape;156;p42"/>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7" name="Shape 157"/>
        <p:cNvGrpSpPr/>
        <p:nvPr/>
      </p:nvGrpSpPr>
      <p:grpSpPr>
        <a:xfrm>
          <a:off x="0" y="0"/>
          <a:ext cx="0" cy="0"/>
          <a:chOff x="0" y="0"/>
          <a:chExt cx="0" cy="0"/>
        </a:xfrm>
      </p:grpSpPr>
      <p:sp>
        <p:nvSpPr>
          <p:cNvPr id="158" name="Google Shape;158;p43"/>
          <p:cNvSpPr txBox="1"/>
          <p:nvPr>
            <p:ph type="title"/>
          </p:nvPr>
        </p:nvSpPr>
        <p:spPr>
          <a:xfrm rot="5400000">
            <a:off x="6299399" y="1259087"/>
            <a:ext cx="4498975" cy="2339578"/>
          </a:xfrm>
          <a:prstGeom prst="rect">
            <a:avLst/>
          </a:prstGeom>
          <a:noFill/>
          <a:ln>
            <a:noFill/>
          </a:ln>
        </p:spPr>
        <p:txBody>
          <a:bodyPr anchorCtr="0" anchor="ctr" bIns="0" lIns="0" spcFirstLastPara="1" rIns="0" wrap="square" tIns="0">
            <a:noAutofit/>
          </a:bodyPr>
          <a:lstStyle>
            <a:lvl1pPr lvl="0" algn="ctr">
              <a:lnSpc>
                <a:spcPct val="93000"/>
              </a:lnSpc>
              <a:spcBef>
                <a:spcPts val="0"/>
              </a:spcBef>
              <a:spcAft>
                <a:spcPts val="0"/>
              </a:spcAft>
              <a:buSzPts val="1800"/>
              <a:buNone/>
              <a:defRPr/>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43"/>
          <p:cNvSpPr txBox="1"/>
          <p:nvPr>
            <p:ph idx="1" type="body"/>
          </p:nvPr>
        </p:nvSpPr>
        <p:spPr>
          <a:xfrm rot="5400000">
            <a:off x="1552429" y="-1012677"/>
            <a:ext cx="4498975" cy="6883106"/>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800"/>
              <a:buNone/>
              <a:defRPr/>
            </a:lvl1pPr>
            <a:lvl2pPr indent="-228600" lvl="1" marL="914400" algn="l">
              <a:lnSpc>
                <a:spcPct val="93000"/>
              </a:lnSpc>
              <a:spcBef>
                <a:spcPts val="850"/>
              </a:spcBef>
              <a:spcAft>
                <a:spcPts val="0"/>
              </a:spcAft>
              <a:buSzPts val="1800"/>
              <a:buNone/>
              <a:defRPr/>
            </a:lvl2pPr>
            <a:lvl3pPr indent="-228600" lvl="2" marL="1371600" algn="l">
              <a:lnSpc>
                <a:spcPct val="93000"/>
              </a:lnSpc>
              <a:spcBef>
                <a:spcPts val="640"/>
              </a:spcBef>
              <a:spcAft>
                <a:spcPts val="0"/>
              </a:spcAft>
              <a:buSzPts val="1800"/>
              <a:buNone/>
              <a:defRPr/>
            </a:lvl3pPr>
            <a:lvl4pPr indent="-228600" lvl="3" marL="1828800" algn="l">
              <a:lnSpc>
                <a:spcPct val="93000"/>
              </a:lnSpc>
              <a:spcBef>
                <a:spcPts val="425"/>
              </a:spcBef>
              <a:spcAft>
                <a:spcPts val="0"/>
              </a:spcAft>
              <a:buSzPts val="1800"/>
              <a:buNone/>
              <a:defRPr/>
            </a:lvl4pPr>
            <a:lvl5pPr indent="-228600" lvl="4" marL="2286000" algn="l">
              <a:lnSpc>
                <a:spcPct val="93000"/>
              </a:lnSpc>
              <a:spcBef>
                <a:spcPts val="215"/>
              </a:spcBef>
              <a:spcAft>
                <a:spcPts val="0"/>
              </a:spcAft>
              <a:buSzPts val="1800"/>
              <a:buNone/>
              <a:defRPr/>
            </a:lvl5pPr>
            <a:lvl6pPr indent="-228600" lvl="5" marL="2743200" algn="l">
              <a:lnSpc>
                <a:spcPct val="93000"/>
              </a:lnSpc>
              <a:spcBef>
                <a:spcPts val="215"/>
              </a:spcBef>
              <a:spcAft>
                <a:spcPts val="0"/>
              </a:spcAft>
              <a:buSzPts val="1800"/>
              <a:buNone/>
              <a:defRPr/>
            </a:lvl6pPr>
            <a:lvl7pPr indent="-228600" lvl="6" marL="3200400" algn="l">
              <a:lnSpc>
                <a:spcPct val="93000"/>
              </a:lnSpc>
              <a:spcBef>
                <a:spcPts val="215"/>
              </a:spcBef>
              <a:spcAft>
                <a:spcPts val="0"/>
              </a:spcAft>
              <a:buSzPts val="1800"/>
              <a:buNone/>
              <a:defRPr/>
            </a:lvl7pPr>
            <a:lvl8pPr indent="-228600" lvl="7" marL="3657600" algn="l">
              <a:lnSpc>
                <a:spcPct val="93000"/>
              </a:lnSpc>
              <a:spcBef>
                <a:spcPts val="215"/>
              </a:spcBef>
              <a:spcAft>
                <a:spcPts val="0"/>
              </a:spcAft>
              <a:buSzPts val="1800"/>
              <a:buNone/>
              <a:defRPr/>
            </a:lvl8pPr>
            <a:lvl9pPr indent="-228600" lvl="8" marL="4114800" algn="l">
              <a:lnSpc>
                <a:spcPct val="93000"/>
              </a:lnSpc>
              <a:spcBef>
                <a:spcPts val="215"/>
              </a:spcBef>
              <a:spcAft>
                <a:spcPts val="0"/>
              </a:spcAft>
              <a:buSzPts val="1800"/>
              <a:buNone/>
              <a:defRPr/>
            </a:lvl9pPr>
          </a:lstStyle>
          <a:p/>
        </p:txBody>
      </p:sp>
      <p:sp>
        <p:nvSpPr>
          <p:cNvPr id="160" name="Google Shape;160;p43"/>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61" name="Google Shape;161;p43"/>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62" name="Google Shape;162;p43"/>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0" name="Shape 170"/>
        <p:cNvGrpSpPr/>
        <p:nvPr/>
      </p:nvGrpSpPr>
      <p:grpSpPr>
        <a:xfrm>
          <a:off x="0" y="0"/>
          <a:ext cx="0" cy="0"/>
          <a:chOff x="0" y="0"/>
          <a:chExt cx="0" cy="0"/>
        </a:xfrm>
      </p:grpSpPr>
      <p:sp>
        <p:nvSpPr>
          <p:cNvPr id="171" name="Google Shape;171;p45"/>
          <p:cNvSpPr txBox="1"/>
          <p:nvPr>
            <p:ph type="ctrTitle"/>
          </p:nvPr>
        </p:nvSpPr>
        <p:spPr>
          <a:xfrm>
            <a:off x="1260078" y="928028"/>
            <a:ext cx="7560469" cy="1974191"/>
          </a:xfrm>
          <a:prstGeom prst="rect">
            <a:avLst/>
          </a:prstGeom>
          <a:noFill/>
          <a:ln>
            <a:noFill/>
          </a:ln>
        </p:spPr>
        <p:txBody>
          <a:bodyPr anchorCtr="0" anchor="b" bIns="0" lIns="0" spcFirstLastPara="1" rIns="0" wrap="square" tIns="0">
            <a:noAutofit/>
          </a:bodyPr>
          <a:lstStyle>
            <a:lvl1pPr lvl="0" algn="ctr">
              <a:lnSpc>
                <a:spcPct val="93000"/>
              </a:lnSpc>
              <a:spcBef>
                <a:spcPts val="0"/>
              </a:spcBef>
              <a:spcAft>
                <a:spcPts val="0"/>
              </a:spcAft>
              <a:buSzPts val="4960"/>
              <a:buNone/>
              <a:defRPr sz="4960"/>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 name="Google Shape;172;p45"/>
          <p:cNvSpPr txBox="1"/>
          <p:nvPr>
            <p:ph idx="1" type="subTitle"/>
          </p:nvPr>
        </p:nvSpPr>
        <p:spPr>
          <a:xfrm>
            <a:off x="1260078" y="2978352"/>
            <a:ext cx="7560469" cy="1369070"/>
          </a:xfrm>
          <a:prstGeom prst="rect">
            <a:avLst/>
          </a:prstGeom>
          <a:noFill/>
          <a:ln>
            <a:noFill/>
          </a:ln>
        </p:spPr>
        <p:txBody>
          <a:bodyPr anchorCtr="0" anchor="t" bIns="0" lIns="0" spcFirstLastPara="1" rIns="0" wrap="square" tIns="21150">
            <a:noAutofit/>
          </a:bodyPr>
          <a:lstStyle>
            <a:lvl1pPr lvl="0" algn="ctr">
              <a:lnSpc>
                <a:spcPct val="93000"/>
              </a:lnSpc>
              <a:spcBef>
                <a:spcPts val="1065"/>
              </a:spcBef>
              <a:spcAft>
                <a:spcPts val="0"/>
              </a:spcAft>
              <a:buSzPts val="1985"/>
              <a:buNone/>
              <a:defRPr sz="1985"/>
            </a:lvl1pPr>
            <a:lvl2pPr lvl="1" algn="ctr">
              <a:lnSpc>
                <a:spcPct val="93000"/>
              </a:lnSpc>
              <a:spcBef>
                <a:spcPts val="850"/>
              </a:spcBef>
              <a:spcAft>
                <a:spcPts val="0"/>
              </a:spcAft>
              <a:buSzPts val="1655"/>
              <a:buNone/>
              <a:defRPr sz="1654"/>
            </a:lvl2pPr>
            <a:lvl3pPr lvl="2" algn="ctr">
              <a:lnSpc>
                <a:spcPct val="93000"/>
              </a:lnSpc>
              <a:spcBef>
                <a:spcPts val="640"/>
              </a:spcBef>
              <a:spcAft>
                <a:spcPts val="0"/>
              </a:spcAft>
              <a:buSzPts val="1490"/>
              <a:buNone/>
              <a:defRPr sz="1490"/>
            </a:lvl3pPr>
            <a:lvl4pPr lvl="3" algn="ctr">
              <a:lnSpc>
                <a:spcPct val="93000"/>
              </a:lnSpc>
              <a:spcBef>
                <a:spcPts val="425"/>
              </a:spcBef>
              <a:spcAft>
                <a:spcPts val="0"/>
              </a:spcAft>
              <a:buSzPts val="1325"/>
              <a:buNone/>
              <a:defRPr sz="1325"/>
            </a:lvl4pPr>
            <a:lvl5pPr lvl="4" algn="ctr">
              <a:lnSpc>
                <a:spcPct val="93000"/>
              </a:lnSpc>
              <a:spcBef>
                <a:spcPts val="215"/>
              </a:spcBef>
              <a:spcAft>
                <a:spcPts val="0"/>
              </a:spcAft>
              <a:buSzPts val="1325"/>
              <a:buNone/>
              <a:defRPr sz="1325"/>
            </a:lvl5pPr>
            <a:lvl6pPr lvl="5" algn="ctr">
              <a:lnSpc>
                <a:spcPct val="93000"/>
              </a:lnSpc>
              <a:spcBef>
                <a:spcPts val="215"/>
              </a:spcBef>
              <a:spcAft>
                <a:spcPts val="0"/>
              </a:spcAft>
              <a:buSzPts val="1325"/>
              <a:buNone/>
              <a:defRPr sz="1325"/>
            </a:lvl6pPr>
            <a:lvl7pPr lvl="6" algn="ctr">
              <a:lnSpc>
                <a:spcPct val="93000"/>
              </a:lnSpc>
              <a:spcBef>
                <a:spcPts val="215"/>
              </a:spcBef>
              <a:spcAft>
                <a:spcPts val="0"/>
              </a:spcAft>
              <a:buSzPts val="1325"/>
              <a:buNone/>
              <a:defRPr sz="1325"/>
            </a:lvl7pPr>
            <a:lvl8pPr lvl="7" algn="ctr">
              <a:lnSpc>
                <a:spcPct val="93000"/>
              </a:lnSpc>
              <a:spcBef>
                <a:spcPts val="215"/>
              </a:spcBef>
              <a:spcAft>
                <a:spcPts val="0"/>
              </a:spcAft>
              <a:buSzPts val="1325"/>
              <a:buNone/>
              <a:defRPr sz="1325"/>
            </a:lvl8pPr>
            <a:lvl9pPr lvl="8" algn="ctr">
              <a:lnSpc>
                <a:spcPct val="93000"/>
              </a:lnSpc>
              <a:spcBef>
                <a:spcPts val="215"/>
              </a:spcBef>
              <a:spcAft>
                <a:spcPts val="0"/>
              </a:spcAft>
              <a:buSzPts val="1325"/>
              <a:buNone/>
              <a:defRPr sz="1325"/>
            </a:lvl9pPr>
          </a:lstStyle>
          <a:p/>
        </p:txBody>
      </p:sp>
      <p:sp>
        <p:nvSpPr>
          <p:cNvPr id="173" name="Google Shape;173;p45"/>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74" name="Google Shape;174;p45"/>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75" name="Google Shape;175;p45"/>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6" name="Shape 176"/>
        <p:cNvGrpSpPr/>
        <p:nvPr/>
      </p:nvGrpSpPr>
      <p:grpSpPr>
        <a:xfrm>
          <a:off x="0" y="0"/>
          <a:ext cx="0" cy="0"/>
          <a:chOff x="0" y="0"/>
          <a:chExt cx="0" cy="0"/>
        </a:xfrm>
      </p:grpSpPr>
      <p:sp>
        <p:nvSpPr>
          <p:cNvPr id="177" name="Google Shape;177;p46"/>
          <p:cNvSpPr txBox="1"/>
          <p:nvPr>
            <p:ph type="title"/>
          </p:nvPr>
        </p:nvSpPr>
        <p:spPr>
          <a:xfrm>
            <a:off x="0" y="1619250"/>
            <a:ext cx="8997950" cy="1077912"/>
          </a:xfrm>
          <a:prstGeom prst="rect">
            <a:avLst/>
          </a:prstGeom>
          <a:noFill/>
          <a:ln>
            <a:noFill/>
          </a:ln>
        </p:spPr>
        <p:txBody>
          <a:bodyPr anchorCtr="0" anchor="ctr" bIns="0" lIns="0" spcFirstLastPara="1" rIns="0" wrap="square" tIns="0">
            <a:noAutofit/>
          </a:bodyPr>
          <a:lstStyle>
            <a:lvl1pPr lvl="0" algn="ctr">
              <a:lnSpc>
                <a:spcPct val="93000"/>
              </a:lnSpc>
              <a:spcBef>
                <a:spcPts val="0"/>
              </a:spcBef>
              <a:spcAft>
                <a:spcPts val="0"/>
              </a:spcAft>
              <a:buSzPts val="1800"/>
              <a:buNone/>
              <a:defRPr/>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8" name="Google Shape;178;p46"/>
          <p:cNvSpPr txBox="1"/>
          <p:nvPr>
            <p:ph idx="1" type="body"/>
          </p:nvPr>
        </p:nvSpPr>
        <p:spPr>
          <a:xfrm>
            <a:off x="360362" y="2879725"/>
            <a:ext cx="9358312" cy="1617662"/>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800"/>
              <a:buNone/>
              <a:defRPr/>
            </a:lvl1pPr>
            <a:lvl2pPr indent="-228600" lvl="1" marL="914400" algn="l">
              <a:lnSpc>
                <a:spcPct val="93000"/>
              </a:lnSpc>
              <a:spcBef>
                <a:spcPts val="850"/>
              </a:spcBef>
              <a:spcAft>
                <a:spcPts val="0"/>
              </a:spcAft>
              <a:buSzPts val="1800"/>
              <a:buNone/>
              <a:defRPr/>
            </a:lvl2pPr>
            <a:lvl3pPr indent="-228600" lvl="2" marL="1371600" algn="l">
              <a:lnSpc>
                <a:spcPct val="93000"/>
              </a:lnSpc>
              <a:spcBef>
                <a:spcPts val="640"/>
              </a:spcBef>
              <a:spcAft>
                <a:spcPts val="0"/>
              </a:spcAft>
              <a:buSzPts val="1800"/>
              <a:buNone/>
              <a:defRPr/>
            </a:lvl3pPr>
            <a:lvl4pPr indent="-228600" lvl="3" marL="1828800" algn="l">
              <a:lnSpc>
                <a:spcPct val="93000"/>
              </a:lnSpc>
              <a:spcBef>
                <a:spcPts val="425"/>
              </a:spcBef>
              <a:spcAft>
                <a:spcPts val="0"/>
              </a:spcAft>
              <a:buSzPts val="1800"/>
              <a:buNone/>
              <a:defRPr/>
            </a:lvl4pPr>
            <a:lvl5pPr indent="-228600" lvl="4" marL="2286000" algn="l">
              <a:lnSpc>
                <a:spcPct val="93000"/>
              </a:lnSpc>
              <a:spcBef>
                <a:spcPts val="215"/>
              </a:spcBef>
              <a:spcAft>
                <a:spcPts val="0"/>
              </a:spcAft>
              <a:buSzPts val="1800"/>
              <a:buNone/>
              <a:defRPr/>
            </a:lvl5pPr>
            <a:lvl6pPr indent="-228600" lvl="5" marL="2743200" algn="l">
              <a:lnSpc>
                <a:spcPct val="93000"/>
              </a:lnSpc>
              <a:spcBef>
                <a:spcPts val="215"/>
              </a:spcBef>
              <a:spcAft>
                <a:spcPts val="0"/>
              </a:spcAft>
              <a:buSzPts val="1800"/>
              <a:buNone/>
              <a:defRPr/>
            </a:lvl6pPr>
            <a:lvl7pPr indent="-228600" lvl="6" marL="3200400" algn="l">
              <a:lnSpc>
                <a:spcPct val="93000"/>
              </a:lnSpc>
              <a:spcBef>
                <a:spcPts val="215"/>
              </a:spcBef>
              <a:spcAft>
                <a:spcPts val="0"/>
              </a:spcAft>
              <a:buSzPts val="1800"/>
              <a:buNone/>
              <a:defRPr/>
            </a:lvl7pPr>
            <a:lvl8pPr indent="-228600" lvl="7" marL="3657600" algn="l">
              <a:lnSpc>
                <a:spcPct val="93000"/>
              </a:lnSpc>
              <a:spcBef>
                <a:spcPts val="215"/>
              </a:spcBef>
              <a:spcAft>
                <a:spcPts val="0"/>
              </a:spcAft>
              <a:buSzPts val="1800"/>
              <a:buNone/>
              <a:defRPr/>
            </a:lvl8pPr>
            <a:lvl9pPr indent="-228600" lvl="8" marL="4114800" algn="l">
              <a:lnSpc>
                <a:spcPct val="93000"/>
              </a:lnSpc>
              <a:spcBef>
                <a:spcPts val="215"/>
              </a:spcBef>
              <a:spcAft>
                <a:spcPts val="0"/>
              </a:spcAft>
              <a:buSzPts val="1800"/>
              <a:buNone/>
              <a:defRPr/>
            </a:lvl9pPr>
          </a:lstStyle>
          <a:p/>
        </p:txBody>
      </p:sp>
      <p:sp>
        <p:nvSpPr>
          <p:cNvPr id="179" name="Google Shape;179;p46"/>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80" name="Google Shape;180;p46"/>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81" name="Google Shape;181;p46"/>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2" name="Shape 182"/>
        <p:cNvGrpSpPr/>
        <p:nvPr/>
      </p:nvGrpSpPr>
      <p:grpSpPr>
        <a:xfrm>
          <a:off x="0" y="0"/>
          <a:ext cx="0" cy="0"/>
          <a:chOff x="0" y="0"/>
          <a:chExt cx="0" cy="0"/>
        </a:xfrm>
      </p:grpSpPr>
      <p:sp>
        <p:nvSpPr>
          <p:cNvPr id="183" name="Google Shape;183;p47"/>
          <p:cNvSpPr txBox="1"/>
          <p:nvPr>
            <p:ph type="title"/>
          </p:nvPr>
        </p:nvSpPr>
        <p:spPr>
          <a:xfrm>
            <a:off x="687793" y="1413700"/>
            <a:ext cx="8694539" cy="2358791"/>
          </a:xfrm>
          <a:prstGeom prst="rect">
            <a:avLst/>
          </a:prstGeom>
          <a:noFill/>
          <a:ln>
            <a:noFill/>
          </a:ln>
        </p:spPr>
        <p:txBody>
          <a:bodyPr anchorCtr="0" anchor="b" bIns="0" lIns="0" spcFirstLastPara="1" rIns="0" wrap="square" tIns="0">
            <a:noAutofit/>
          </a:bodyPr>
          <a:lstStyle>
            <a:lvl1pPr lvl="0" algn="ctr">
              <a:lnSpc>
                <a:spcPct val="93000"/>
              </a:lnSpc>
              <a:spcBef>
                <a:spcPts val="0"/>
              </a:spcBef>
              <a:spcAft>
                <a:spcPts val="0"/>
              </a:spcAft>
              <a:buSzPts val="4960"/>
              <a:buNone/>
              <a:defRPr sz="4960"/>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4" name="Google Shape;184;p47"/>
          <p:cNvSpPr txBox="1"/>
          <p:nvPr>
            <p:ph idx="1" type="body"/>
          </p:nvPr>
        </p:nvSpPr>
        <p:spPr>
          <a:xfrm>
            <a:off x="687793" y="3794806"/>
            <a:ext cx="8694539" cy="1240432"/>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985"/>
              <a:buNone/>
              <a:defRPr sz="1985">
                <a:solidFill>
                  <a:srgbClr val="888888"/>
                </a:solidFill>
              </a:defRPr>
            </a:lvl1pPr>
            <a:lvl2pPr indent="-228600" lvl="1" marL="914400" algn="l">
              <a:lnSpc>
                <a:spcPct val="93000"/>
              </a:lnSpc>
              <a:spcBef>
                <a:spcPts val="850"/>
              </a:spcBef>
              <a:spcAft>
                <a:spcPts val="0"/>
              </a:spcAft>
              <a:buSzPts val="1655"/>
              <a:buNone/>
              <a:defRPr sz="1654">
                <a:solidFill>
                  <a:srgbClr val="888888"/>
                </a:solidFill>
              </a:defRPr>
            </a:lvl2pPr>
            <a:lvl3pPr indent="-228600" lvl="2" marL="1371600" algn="l">
              <a:lnSpc>
                <a:spcPct val="93000"/>
              </a:lnSpc>
              <a:spcBef>
                <a:spcPts val="640"/>
              </a:spcBef>
              <a:spcAft>
                <a:spcPts val="0"/>
              </a:spcAft>
              <a:buSzPts val="1490"/>
              <a:buNone/>
              <a:defRPr sz="1490">
                <a:solidFill>
                  <a:srgbClr val="888888"/>
                </a:solidFill>
              </a:defRPr>
            </a:lvl3pPr>
            <a:lvl4pPr indent="-228600" lvl="3" marL="1828800" algn="l">
              <a:lnSpc>
                <a:spcPct val="93000"/>
              </a:lnSpc>
              <a:spcBef>
                <a:spcPts val="425"/>
              </a:spcBef>
              <a:spcAft>
                <a:spcPts val="0"/>
              </a:spcAft>
              <a:buSzPts val="1325"/>
              <a:buNone/>
              <a:defRPr sz="1325">
                <a:solidFill>
                  <a:srgbClr val="888888"/>
                </a:solidFill>
              </a:defRPr>
            </a:lvl4pPr>
            <a:lvl5pPr indent="-228600" lvl="4" marL="2286000" algn="l">
              <a:lnSpc>
                <a:spcPct val="93000"/>
              </a:lnSpc>
              <a:spcBef>
                <a:spcPts val="215"/>
              </a:spcBef>
              <a:spcAft>
                <a:spcPts val="0"/>
              </a:spcAft>
              <a:buSzPts val="1325"/>
              <a:buNone/>
              <a:defRPr sz="1325">
                <a:solidFill>
                  <a:srgbClr val="888888"/>
                </a:solidFill>
              </a:defRPr>
            </a:lvl5pPr>
            <a:lvl6pPr indent="-228600" lvl="5" marL="2743200" algn="l">
              <a:lnSpc>
                <a:spcPct val="93000"/>
              </a:lnSpc>
              <a:spcBef>
                <a:spcPts val="215"/>
              </a:spcBef>
              <a:spcAft>
                <a:spcPts val="0"/>
              </a:spcAft>
              <a:buSzPts val="1325"/>
              <a:buNone/>
              <a:defRPr sz="1325">
                <a:solidFill>
                  <a:srgbClr val="888888"/>
                </a:solidFill>
              </a:defRPr>
            </a:lvl6pPr>
            <a:lvl7pPr indent="-228600" lvl="6" marL="3200400" algn="l">
              <a:lnSpc>
                <a:spcPct val="93000"/>
              </a:lnSpc>
              <a:spcBef>
                <a:spcPts val="215"/>
              </a:spcBef>
              <a:spcAft>
                <a:spcPts val="0"/>
              </a:spcAft>
              <a:buSzPts val="1325"/>
              <a:buNone/>
              <a:defRPr sz="1325">
                <a:solidFill>
                  <a:srgbClr val="888888"/>
                </a:solidFill>
              </a:defRPr>
            </a:lvl7pPr>
            <a:lvl8pPr indent="-228600" lvl="7" marL="3657600" algn="l">
              <a:lnSpc>
                <a:spcPct val="93000"/>
              </a:lnSpc>
              <a:spcBef>
                <a:spcPts val="215"/>
              </a:spcBef>
              <a:spcAft>
                <a:spcPts val="0"/>
              </a:spcAft>
              <a:buSzPts val="1325"/>
              <a:buNone/>
              <a:defRPr sz="1325">
                <a:solidFill>
                  <a:srgbClr val="888888"/>
                </a:solidFill>
              </a:defRPr>
            </a:lvl8pPr>
            <a:lvl9pPr indent="-228600" lvl="8" marL="4114800" algn="l">
              <a:lnSpc>
                <a:spcPct val="93000"/>
              </a:lnSpc>
              <a:spcBef>
                <a:spcPts val="215"/>
              </a:spcBef>
              <a:spcAft>
                <a:spcPts val="0"/>
              </a:spcAft>
              <a:buSzPts val="1325"/>
              <a:buNone/>
              <a:defRPr sz="1325">
                <a:solidFill>
                  <a:srgbClr val="888888"/>
                </a:solidFill>
              </a:defRPr>
            </a:lvl9pPr>
          </a:lstStyle>
          <a:p/>
        </p:txBody>
      </p:sp>
      <p:sp>
        <p:nvSpPr>
          <p:cNvPr id="185" name="Google Shape;185;p47"/>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86" name="Google Shape;186;p47"/>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87" name="Google Shape;187;p47"/>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8" name="Shape 188"/>
        <p:cNvGrpSpPr/>
        <p:nvPr/>
      </p:nvGrpSpPr>
      <p:grpSpPr>
        <a:xfrm>
          <a:off x="0" y="0"/>
          <a:ext cx="0" cy="0"/>
          <a:chOff x="0" y="0"/>
          <a:chExt cx="0" cy="0"/>
        </a:xfrm>
      </p:grpSpPr>
      <p:sp>
        <p:nvSpPr>
          <p:cNvPr id="189" name="Google Shape;189;p48"/>
          <p:cNvSpPr txBox="1"/>
          <p:nvPr>
            <p:ph type="title"/>
          </p:nvPr>
        </p:nvSpPr>
        <p:spPr>
          <a:xfrm>
            <a:off x="0" y="1619250"/>
            <a:ext cx="8997950" cy="1077912"/>
          </a:xfrm>
          <a:prstGeom prst="rect">
            <a:avLst/>
          </a:prstGeom>
          <a:noFill/>
          <a:ln>
            <a:noFill/>
          </a:ln>
        </p:spPr>
        <p:txBody>
          <a:bodyPr anchorCtr="0" anchor="ctr" bIns="0" lIns="0" spcFirstLastPara="1" rIns="0" wrap="square" tIns="0">
            <a:noAutofit/>
          </a:bodyPr>
          <a:lstStyle>
            <a:lvl1pPr lvl="0" algn="ctr">
              <a:lnSpc>
                <a:spcPct val="93000"/>
              </a:lnSpc>
              <a:spcBef>
                <a:spcPts val="0"/>
              </a:spcBef>
              <a:spcAft>
                <a:spcPts val="0"/>
              </a:spcAft>
              <a:buSzPts val="1800"/>
              <a:buNone/>
              <a:defRPr/>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0" name="Google Shape;190;p48"/>
          <p:cNvSpPr txBox="1"/>
          <p:nvPr>
            <p:ph idx="1" type="body"/>
          </p:nvPr>
        </p:nvSpPr>
        <p:spPr>
          <a:xfrm>
            <a:off x="360363" y="2879725"/>
            <a:ext cx="4585573" cy="1617663"/>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800"/>
              <a:buNone/>
              <a:defRPr/>
            </a:lvl1pPr>
            <a:lvl2pPr indent="-228600" lvl="1" marL="914400" algn="l">
              <a:lnSpc>
                <a:spcPct val="93000"/>
              </a:lnSpc>
              <a:spcBef>
                <a:spcPts val="850"/>
              </a:spcBef>
              <a:spcAft>
                <a:spcPts val="0"/>
              </a:spcAft>
              <a:buSzPts val="1800"/>
              <a:buNone/>
              <a:defRPr/>
            </a:lvl2pPr>
            <a:lvl3pPr indent="-228600" lvl="2" marL="1371600" algn="l">
              <a:lnSpc>
                <a:spcPct val="93000"/>
              </a:lnSpc>
              <a:spcBef>
                <a:spcPts val="640"/>
              </a:spcBef>
              <a:spcAft>
                <a:spcPts val="0"/>
              </a:spcAft>
              <a:buSzPts val="1800"/>
              <a:buNone/>
              <a:defRPr/>
            </a:lvl3pPr>
            <a:lvl4pPr indent="-228600" lvl="3" marL="1828800" algn="l">
              <a:lnSpc>
                <a:spcPct val="93000"/>
              </a:lnSpc>
              <a:spcBef>
                <a:spcPts val="425"/>
              </a:spcBef>
              <a:spcAft>
                <a:spcPts val="0"/>
              </a:spcAft>
              <a:buSzPts val="1800"/>
              <a:buNone/>
              <a:defRPr/>
            </a:lvl4pPr>
            <a:lvl5pPr indent="-228600" lvl="4" marL="2286000" algn="l">
              <a:lnSpc>
                <a:spcPct val="93000"/>
              </a:lnSpc>
              <a:spcBef>
                <a:spcPts val="215"/>
              </a:spcBef>
              <a:spcAft>
                <a:spcPts val="0"/>
              </a:spcAft>
              <a:buSzPts val="1800"/>
              <a:buNone/>
              <a:defRPr/>
            </a:lvl5pPr>
            <a:lvl6pPr indent="-228600" lvl="5" marL="2743200" algn="l">
              <a:lnSpc>
                <a:spcPct val="93000"/>
              </a:lnSpc>
              <a:spcBef>
                <a:spcPts val="215"/>
              </a:spcBef>
              <a:spcAft>
                <a:spcPts val="0"/>
              </a:spcAft>
              <a:buSzPts val="1800"/>
              <a:buNone/>
              <a:defRPr/>
            </a:lvl6pPr>
            <a:lvl7pPr indent="-228600" lvl="6" marL="3200400" algn="l">
              <a:lnSpc>
                <a:spcPct val="93000"/>
              </a:lnSpc>
              <a:spcBef>
                <a:spcPts val="215"/>
              </a:spcBef>
              <a:spcAft>
                <a:spcPts val="0"/>
              </a:spcAft>
              <a:buSzPts val="1800"/>
              <a:buNone/>
              <a:defRPr/>
            </a:lvl7pPr>
            <a:lvl8pPr indent="-228600" lvl="7" marL="3657600" algn="l">
              <a:lnSpc>
                <a:spcPct val="93000"/>
              </a:lnSpc>
              <a:spcBef>
                <a:spcPts val="215"/>
              </a:spcBef>
              <a:spcAft>
                <a:spcPts val="0"/>
              </a:spcAft>
              <a:buSzPts val="1800"/>
              <a:buNone/>
              <a:defRPr/>
            </a:lvl8pPr>
            <a:lvl9pPr indent="-228600" lvl="8" marL="4114800" algn="l">
              <a:lnSpc>
                <a:spcPct val="93000"/>
              </a:lnSpc>
              <a:spcBef>
                <a:spcPts val="215"/>
              </a:spcBef>
              <a:spcAft>
                <a:spcPts val="0"/>
              </a:spcAft>
              <a:buSzPts val="1800"/>
              <a:buNone/>
              <a:defRPr/>
            </a:lvl9pPr>
          </a:lstStyle>
          <a:p/>
        </p:txBody>
      </p:sp>
      <p:sp>
        <p:nvSpPr>
          <p:cNvPr id="191" name="Google Shape;191;p48"/>
          <p:cNvSpPr txBox="1"/>
          <p:nvPr>
            <p:ph idx="2" type="body"/>
          </p:nvPr>
        </p:nvSpPr>
        <p:spPr>
          <a:xfrm>
            <a:off x="5133102" y="2879725"/>
            <a:ext cx="4585573" cy="1617663"/>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800"/>
              <a:buNone/>
              <a:defRPr/>
            </a:lvl1pPr>
            <a:lvl2pPr indent="-228600" lvl="1" marL="914400" algn="l">
              <a:lnSpc>
                <a:spcPct val="93000"/>
              </a:lnSpc>
              <a:spcBef>
                <a:spcPts val="850"/>
              </a:spcBef>
              <a:spcAft>
                <a:spcPts val="0"/>
              </a:spcAft>
              <a:buSzPts val="1800"/>
              <a:buNone/>
              <a:defRPr/>
            </a:lvl2pPr>
            <a:lvl3pPr indent="-228600" lvl="2" marL="1371600" algn="l">
              <a:lnSpc>
                <a:spcPct val="93000"/>
              </a:lnSpc>
              <a:spcBef>
                <a:spcPts val="640"/>
              </a:spcBef>
              <a:spcAft>
                <a:spcPts val="0"/>
              </a:spcAft>
              <a:buSzPts val="1800"/>
              <a:buNone/>
              <a:defRPr/>
            </a:lvl3pPr>
            <a:lvl4pPr indent="-228600" lvl="3" marL="1828800" algn="l">
              <a:lnSpc>
                <a:spcPct val="93000"/>
              </a:lnSpc>
              <a:spcBef>
                <a:spcPts val="425"/>
              </a:spcBef>
              <a:spcAft>
                <a:spcPts val="0"/>
              </a:spcAft>
              <a:buSzPts val="1800"/>
              <a:buNone/>
              <a:defRPr/>
            </a:lvl4pPr>
            <a:lvl5pPr indent="-228600" lvl="4" marL="2286000" algn="l">
              <a:lnSpc>
                <a:spcPct val="93000"/>
              </a:lnSpc>
              <a:spcBef>
                <a:spcPts val="215"/>
              </a:spcBef>
              <a:spcAft>
                <a:spcPts val="0"/>
              </a:spcAft>
              <a:buSzPts val="1800"/>
              <a:buNone/>
              <a:defRPr/>
            </a:lvl5pPr>
            <a:lvl6pPr indent="-228600" lvl="5" marL="2743200" algn="l">
              <a:lnSpc>
                <a:spcPct val="93000"/>
              </a:lnSpc>
              <a:spcBef>
                <a:spcPts val="215"/>
              </a:spcBef>
              <a:spcAft>
                <a:spcPts val="0"/>
              </a:spcAft>
              <a:buSzPts val="1800"/>
              <a:buNone/>
              <a:defRPr/>
            </a:lvl6pPr>
            <a:lvl7pPr indent="-228600" lvl="6" marL="3200400" algn="l">
              <a:lnSpc>
                <a:spcPct val="93000"/>
              </a:lnSpc>
              <a:spcBef>
                <a:spcPts val="215"/>
              </a:spcBef>
              <a:spcAft>
                <a:spcPts val="0"/>
              </a:spcAft>
              <a:buSzPts val="1800"/>
              <a:buNone/>
              <a:defRPr/>
            </a:lvl7pPr>
            <a:lvl8pPr indent="-228600" lvl="7" marL="3657600" algn="l">
              <a:lnSpc>
                <a:spcPct val="93000"/>
              </a:lnSpc>
              <a:spcBef>
                <a:spcPts val="215"/>
              </a:spcBef>
              <a:spcAft>
                <a:spcPts val="0"/>
              </a:spcAft>
              <a:buSzPts val="1800"/>
              <a:buNone/>
              <a:defRPr/>
            </a:lvl8pPr>
            <a:lvl9pPr indent="-228600" lvl="8" marL="4114800" algn="l">
              <a:lnSpc>
                <a:spcPct val="93000"/>
              </a:lnSpc>
              <a:spcBef>
                <a:spcPts val="215"/>
              </a:spcBef>
              <a:spcAft>
                <a:spcPts val="0"/>
              </a:spcAft>
              <a:buSzPts val="1800"/>
              <a:buNone/>
              <a:defRPr/>
            </a:lvl9pPr>
          </a:lstStyle>
          <a:p/>
        </p:txBody>
      </p:sp>
      <p:sp>
        <p:nvSpPr>
          <p:cNvPr id="192" name="Google Shape;192;p48"/>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93" name="Google Shape;193;p48"/>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194" name="Google Shape;194;p48"/>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95" name="Shape 195"/>
        <p:cNvGrpSpPr/>
        <p:nvPr/>
      </p:nvGrpSpPr>
      <p:grpSpPr>
        <a:xfrm>
          <a:off x="0" y="0"/>
          <a:ext cx="0" cy="0"/>
          <a:chOff x="0" y="0"/>
          <a:chExt cx="0" cy="0"/>
        </a:xfrm>
      </p:grpSpPr>
      <p:sp>
        <p:nvSpPr>
          <p:cNvPr id="196" name="Google Shape;196;p49"/>
          <p:cNvSpPr txBox="1"/>
          <p:nvPr>
            <p:ph type="title"/>
          </p:nvPr>
        </p:nvSpPr>
        <p:spPr>
          <a:xfrm>
            <a:off x="694356" y="301904"/>
            <a:ext cx="8694539" cy="1096044"/>
          </a:xfrm>
          <a:prstGeom prst="rect">
            <a:avLst/>
          </a:prstGeom>
          <a:noFill/>
          <a:ln>
            <a:noFill/>
          </a:ln>
        </p:spPr>
        <p:txBody>
          <a:bodyPr anchorCtr="0" anchor="ctr" bIns="0" lIns="0" spcFirstLastPara="1" rIns="0" wrap="square" tIns="0">
            <a:noAutofit/>
          </a:bodyPr>
          <a:lstStyle>
            <a:lvl1pPr lvl="0" algn="ctr">
              <a:lnSpc>
                <a:spcPct val="93000"/>
              </a:lnSpc>
              <a:spcBef>
                <a:spcPts val="0"/>
              </a:spcBef>
              <a:spcAft>
                <a:spcPts val="0"/>
              </a:spcAft>
              <a:buSzPts val="1800"/>
              <a:buNone/>
              <a:defRPr/>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7" name="Google Shape;197;p49"/>
          <p:cNvSpPr txBox="1"/>
          <p:nvPr>
            <p:ph idx="1" type="body"/>
          </p:nvPr>
        </p:nvSpPr>
        <p:spPr>
          <a:xfrm>
            <a:off x="694356" y="1390073"/>
            <a:ext cx="4264576" cy="681253"/>
          </a:xfrm>
          <a:prstGeom prst="rect">
            <a:avLst/>
          </a:prstGeom>
          <a:noFill/>
          <a:ln>
            <a:noFill/>
          </a:ln>
        </p:spPr>
        <p:txBody>
          <a:bodyPr anchorCtr="0" anchor="b" bIns="0" lIns="0" spcFirstLastPara="1" rIns="0" wrap="square" tIns="21150">
            <a:noAutofit/>
          </a:bodyPr>
          <a:lstStyle>
            <a:lvl1pPr indent="-228600" lvl="0" marL="457200" algn="l">
              <a:lnSpc>
                <a:spcPct val="93000"/>
              </a:lnSpc>
              <a:spcBef>
                <a:spcPts val="1065"/>
              </a:spcBef>
              <a:spcAft>
                <a:spcPts val="0"/>
              </a:spcAft>
              <a:buSzPts val="1985"/>
              <a:buNone/>
              <a:defRPr b="1" sz="1985"/>
            </a:lvl1pPr>
            <a:lvl2pPr indent="-228600" lvl="1" marL="914400" algn="l">
              <a:lnSpc>
                <a:spcPct val="93000"/>
              </a:lnSpc>
              <a:spcBef>
                <a:spcPts val="850"/>
              </a:spcBef>
              <a:spcAft>
                <a:spcPts val="0"/>
              </a:spcAft>
              <a:buSzPts val="1655"/>
              <a:buNone/>
              <a:defRPr b="1" sz="1654"/>
            </a:lvl2pPr>
            <a:lvl3pPr indent="-228600" lvl="2" marL="1371600" algn="l">
              <a:lnSpc>
                <a:spcPct val="93000"/>
              </a:lnSpc>
              <a:spcBef>
                <a:spcPts val="640"/>
              </a:spcBef>
              <a:spcAft>
                <a:spcPts val="0"/>
              </a:spcAft>
              <a:buSzPts val="1490"/>
              <a:buNone/>
              <a:defRPr b="1" sz="1490"/>
            </a:lvl3pPr>
            <a:lvl4pPr indent="-228600" lvl="3" marL="1828800" algn="l">
              <a:lnSpc>
                <a:spcPct val="93000"/>
              </a:lnSpc>
              <a:spcBef>
                <a:spcPts val="425"/>
              </a:spcBef>
              <a:spcAft>
                <a:spcPts val="0"/>
              </a:spcAft>
              <a:buSzPts val="1325"/>
              <a:buNone/>
              <a:defRPr b="1" sz="1325"/>
            </a:lvl4pPr>
            <a:lvl5pPr indent="-228600" lvl="4" marL="2286000" algn="l">
              <a:lnSpc>
                <a:spcPct val="93000"/>
              </a:lnSpc>
              <a:spcBef>
                <a:spcPts val="215"/>
              </a:spcBef>
              <a:spcAft>
                <a:spcPts val="0"/>
              </a:spcAft>
              <a:buSzPts val="1325"/>
              <a:buNone/>
              <a:defRPr b="1" sz="1325"/>
            </a:lvl5pPr>
            <a:lvl6pPr indent="-228600" lvl="5" marL="2743200" algn="l">
              <a:lnSpc>
                <a:spcPct val="93000"/>
              </a:lnSpc>
              <a:spcBef>
                <a:spcPts val="215"/>
              </a:spcBef>
              <a:spcAft>
                <a:spcPts val="0"/>
              </a:spcAft>
              <a:buSzPts val="1325"/>
              <a:buNone/>
              <a:defRPr b="1" sz="1325"/>
            </a:lvl6pPr>
            <a:lvl7pPr indent="-228600" lvl="6" marL="3200400" algn="l">
              <a:lnSpc>
                <a:spcPct val="93000"/>
              </a:lnSpc>
              <a:spcBef>
                <a:spcPts val="215"/>
              </a:spcBef>
              <a:spcAft>
                <a:spcPts val="0"/>
              </a:spcAft>
              <a:buSzPts val="1325"/>
              <a:buNone/>
              <a:defRPr b="1" sz="1325"/>
            </a:lvl7pPr>
            <a:lvl8pPr indent="-228600" lvl="7" marL="3657600" algn="l">
              <a:lnSpc>
                <a:spcPct val="93000"/>
              </a:lnSpc>
              <a:spcBef>
                <a:spcPts val="215"/>
              </a:spcBef>
              <a:spcAft>
                <a:spcPts val="0"/>
              </a:spcAft>
              <a:buSzPts val="1325"/>
              <a:buNone/>
              <a:defRPr b="1" sz="1325"/>
            </a:lvl8pPr>
            <a:lvl9pPr indent="-228600" lvl="8" marL="4114800" algn="l">
              <a:lnSpc>
                <a:spcPct val="93000"/>
              </a:lnSpc>
              <a:spcBef>
                <a:spcPts val="215"/>
              </a:spcBef>
              <a:spcAft>
                <a:spcPts val="0"/>
              </a:spcAft>
              <a:buSzPts val="1325"/>
              <a:buNone/>
              <a:defRPr b="1" sz="1325"/>
            </a:lvl9pPr>
          </a:lstStyle>
          <a:p/>
        </p:txBody>
      </p:sp>
      <p:sp>
        <p:nvSpPr>
          <p:cNvPr id="198" name="Google Shape;198;p49"/>
          <p:cNvSpPr txBox="1"/>
          <p:nvPr>
            <p:ph idx="2" type="body"/>
          </p:nvPr>
        </p:nvSpPr>
        <p:spPr>
          <a:xfrm>
            <a:off x="694356" y="2071326"/>
            <a:ext cx="4264576" cy="3046608"/>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800"/>
              <a:buNone/>
              <a:defRPr/>
            </a:lvl1pPr>
            <a:lvl2pPr indent="-228600" lvl="1" marL="914400" algn="l">
              <a:lnSpc>
                <a:spcPct val="93000"/>
              </a:lnSpc>
              <a:spcBef>
                <a:spcPts val="850"/>
              </a:spcBef>
              <a:spcAft>
                <a:spcPts val="0"/>
              </a:spcAft>
              <a:buSzPts val="1800"/>
              <a:buNone/>
              <a:defRPr/>
            </a:lvl2pPr>
            <a:lvl3pPr indent="-228600" lvl="2" marL="1371600" algn="l">
              <a:lnSpc>
                <a:spcPct val="93000"/>
              </a:lnSpc>
              <a:spcBef>
                <a:spcPts val="640"/>
              </a:spcBef>
              <a:spcAft>
                <a:spcPts val="0"/>
              </a:spcAft>
              <a:buSzPts val="1800"/>
              <a:buNone/>
              <a:defRPr/>
            </a:lvl3pPr>
            <a:lvl4pPr indent="-228600" lvl="3" marL="1828800" algn="l">
              <a:lnSpc>
                <a:spcPct val="93000"/>
              </a:lnSpc>
              <a:spcBef>
                <a:spcPts val="425"/>
              </a:spcBef>
              <a:spcAft>
                <a:spcPts val="0"/>
              </a:spcAft>
              <a:buSzPts val="1800"/>
              <a:buNone/>
              <a:defRPr/>
            </a:lvl4pPr>
            <a:lvl5pPr indent="-228600" lvl="4" marL="2286000" algn="l">
              <a:lnSpc>
                <a:spcPct val="93000"/>
              </a:lnSpc>
              <a:spcBef>
                <a:spcPts val="215"/>
              </a:spcBef>
              <a:spcAft>
                <a:spcPts val="0"/>
              </a:spcAft>
              <a:buSzPts val="1800"/>
              <a:buNone/>
              <a:defRPr/>
            </a:lvl5pPr>
            <a:lvl6pPr indent="-228600" lvl="5" marL="2743200" algn="l">
              <a:lnSpc>
                <a:spcPct val="93000"/>
              </a:lnSpc>
              <a:spcBef>
                <a:spcPts val="215"/>
              </a:spcBef>
              <a:spcAft>
                <a:spcPts val="0"/>
              </a:spcAft>
              <a:buSzPts val="1800"/>
              <a:buNone/>
              <a:defRPr/>
            </a:lvl6pPr>
            <a:lvl7pPr indent="-228600" lvl="6" marL="3200400" algn="l">
              <a:lnSpc>
                <a:spcPct val="93000"/>
              </a:lnSpc>
              <a:spcBef>
                <a:spcPts val="215"/>
              </a:spcBef>
              <a:spcAft>
                <a:spcPts val="0"/>
              </a:spcAft>
              <a:buSzPts val="1800"/>
              <a:buNone/>
              <a:defRPr/>
            </a:lvl7pPr>
            <a:lvl8pPr indent="-228600" lvl="7" marL="3657600" algn="l">
              <a:lnSpc>
                <a:spcPct val="93000"/>
              </a:lnSpc>
              <a:spcBef>
                <a:spcPts val="215"/>
              </a:spcBef>
              <a:spcAft>
                <a:spcPts val="0"/>
              </a:spcAft>
              <a:buSzPts val="1800"/>
              <a:buNone/>
              <a:defRPr/>
            </a:lvl8pPr>
            <a:lvl9pPr indent="-228600" lvl="8" marL="4114800" algn="l">
              <a:lnSpc>
                <a:spcPct val="93000"/>
              </a:lnSpc>
              <a:spcBef>
                <a:spcPts val="215"/>
              </a:spcBef>
              <a:spcAft>
                <a:spcPts val="0"/>
              </a:spcAft>
              <a:buSzPts val="1800"/>
              <a:buNone/>
              <a:defRPr/>
            </a:lvl9pPr>
          </a:lstStyle>
          <a:p/>
        </p:txBody>
      </p:sp>
      <p:sp>
        <p:nvSpPr>
          <p:cNvPr id="199" name="Google Shape;199;p49"/>
          <p:cNvSpPr txBox="1"/>
          <p:nvPr>
            <p:ph idx="3" type="body"/>
          </p:nvPr>
        </p:nvSpPr>
        <p:spPr>
          <a:xfrm>
            <a:off x="5103316" y="1390073"/>
            <a:ext cx="4285579" cy="681253"/>
          </a:xfrm>
          <a:prstGeom prst="rect">
            <a:avLst/>
          </a:prstGeom>
          <a:noFill/>
          <a:ln>
            <a:noFill/>
          </a:ln>
        </p:spPr>
        <p:txBody>
          <a:bodyPr anchorCtr="0" anchor="b" bIns="0" lIns="0" spcFirstLastPara="1" rIns="0" wrap="square" tIns="21150">
            <a:noAutofit/>
          </a:bodyPr>
          <a:lstStyle>
            <a:lvl1pPr indent="-228600" lvl="0" marL="457200" algn="l">
              <a:lnSpc>
                <a:spcPct val="93000"/>
              </a:lnSpc>
              <a:spcBef>
                <a:spcPts val="1065"/>
              </a:spcBef>
              <a:spcAft>
                <a:spcPts val="0"/>
              </a:spcAft>
              <a:buSzPts val="1985"/>
              <a:buNone/>
              <a:defRPr b="1" sz="1985"/>
            </a:lvl1pPr>
            <a:lvl2pPr indent="-228600" lvl="1" marL="914400" algn="l">
              <a:lnSpc>
                <a:spcPct val="93000"/>
              </a:lnSpc>
              <a:spcBef>
                <a:spcPts val="850"/>
              </a:spcBef>
              <a:spcAft>
                <a:spcPts val="0"/>
              </a:spcAft>
              <a:buSzPts val="1655"/>
              <a:buNone/>
              <a:defRPr b="1" sz="1654"/>
            </a:lvl2pPr>
            <a:lvl3pPr indent="-228600" lvl="2" marL="1371600" algn="l">
              <a:lnSpc>
                <a:spcPct val="93000"/>
              </a:lnSpc>
              <a:spcBef>
                <a:spcPts val="640"/>
              </a:spcBef>
              <a:spcAft>
                <a:spcPts val="0"/>
              </a:spcAft>
              <a:buSzPts val="1490"/>
              <a:buNone/>
              <a:defRPr b="1" sz="1490"/>
            </a:lvl3pPr>
            <a:lvl4pPr indent="-228600" lvl="3" marL="1828800" algn="l">
              <a:lnSpc>
                <a:spcPct val="93000"/>
              </a:lnSpc>
              <a:spcBef>
                <a:spcPts val="425"/>
              </a:spcBef>
              <a:spcAft>
                <a:spcPts val="0"/>
              </a:spcAft>
              <a:buSzPts val="1325"/>
              <a:buNone/>
              <a:defRPr b="1" sz="1325"/>
            </a:lvl4pPr>
            <a:lvl5pPr indent="-228600" lvl="4" marL="2286000" algn="l">
              <a:lnSpc>
                <a:spcPct val="93000"/>
              </a:lnSpc>
              <a:spcBef>
                <a:spcPts val="215"/>
              </a:spcBef>
              <a:spcAft>
                <a:spcPts val="0"/>
              </a:spcAft>
              <a:buSzPts val="1325"/>
              <a:buNone/>
              <a:defRPr b="1" sz="1325"/>
            </a:lvl5pPr>
            <a:lvl6pPr indent="-228600" lvl="5" marL="2743200" algn="l">
              <a:lnSpc>
                <a:spcPct val="93000"/>
              </a:lnSpc>
              <a:spcBef>
                <a:spcPts val="215"/>
              </a:spcBef>
              <a:spcAft>
                <a:spcPts val="0"/>
              </a:spcAft>
              <a:buSzPts val="1325"/>
              <a:buNone/>
              <a:defRPr b="1" sz="1325"/>
            </a:lvl6pPr>
            <a:lvl7pPr indent="-228600" lvl="6" marL="3200400" algn="l">
              <a:lnSpc>
                <a:spcPct val="93000"/>
              </a:lnSpc>
              <a:spcBef>
                <a:spcPts val="215"/>
              </a:spcBef>
              <a:spcAft>
                <a:spcPts val="0"/>
              </a:spcAft>
              <a:buSzPts val="1325"/>
              <a:buNone/>
              <a:defRPr b="1" sz="1325"/>
            </a:lvl7pPr>
            <a:lvl8pPr indent="-228600" lvl="7" marL="3657600" algn="l">
              <a:lnSpc>
                <a:spcPct val="93000"/>
              </a:lnSpc>
              <a:spcBef>
                <a:spcPts val="215"/>
              </a:spcBef>
              <a:spcAft>
                <a:spcPts val="0"/>
              </a:spcAft>
              <a:buSzPts val="1325"/>
              <a:buNone/>
              <a:defRPr b="1" sz="1325"/>
            </a:lvl8pPr>
            <a:lvl9pPr indent="-228600" lvl="8" marL="4114800" algn="l">
              <a:lnSpc>
                <a:spcPct val="93000"/>
              </a:lnSpc>
              <a:spcBef>
                <a:spcPts val="215"/>
              </a:spcBef>
              <a:spcAft>
                <a:spcPts val="0"/>
              </a:spcAft>
              <a:buSzPts val="1325"/>
              <a:buNone/>
              <a:defRPr b="1" sz="1325"/>
            </a:lvl9pPr>
          </a:lstStyle>
          <a:p/>
        </p:txBody>
      </p:sp>
      <p:sp>
        <p:nvSpPr>
          <p:cNvPr id="200" name="Google Shape;200;p49"/>
          <p:cNvSpPr txBox="1"/>
          <p:nvPr>
            <p:ph idx="4" type="body"/>
          </p:nvPr>
        </p:nvSpPr>
        <p:spPr>
          <a:xfrm>
            <a:off x="5103316" y="2071326"/>
            <a:ext cx="4285579" cy="3046608"/>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800"/>
              <a:buNone/>
              <a:defRPr/>
            </a:lvl1pPr>
            <a:lvl2pPr indent="-228600" lvl="1" marL="914400" algn="l">
              <a:lnSpc>
                <a:spcPct val="93000"/>
              </a:lnSpc>
              <a:spcBef>
                <a:spcPts val="850"/>
              </a:spcBef>
              <a:spcAft>
                <a:spcPts val="0"/>
              </a:spcAft>
              <a:buSzPts val="1800"/>
              <a:buNone/>
              <a:defRPr/>
            </a:lvl2pPr>
            <a:lvl3pPr indent="-228600" lvl="2" marL="1371600" algn="l">
              <a:lnSpc>
                <a:spcPct val="93000"/>
              </a:lnSpc>
              <a:spcBef>
                <a:spcPts val="640"/>
              </a:spcBef>
              <a:spcAft>
                <a:spcPts val="0"/>
              </a:spcAft>
              <a:buSzPts val="1800"/>
              <a:buNone/>
              <a:defRPr/>
            </a:lvl3pPr>
            <a:lvl4pPr indent="-228600" lvl="3" marL="1828800" algn="l">
              <a:lnSpc>
                <a:spcPct val="93000"/>
              </a:lnSpc>
              <a:spcBef>
                <a:spcPts val="425"/>
              </a:spcBef>
              <a:spcAft>
                <a:spcPts val="0"/>
              </a:spcAft>
              <a:buSzPts val="1800"/>
              <a:buNone/>
              <a:defRPr/>
            </a:lvl4pPr>
            <a:lvl5pPr indent="-228600" lvl="4" marL="2286000" algn="l">
              <a:lnSpc>
                <a:spcPct val="93000"/>
              </a:lnSpc>
              <a:spcBef>
                <a:spcPts val="215"/>
              </a:spcBef>
              <a:spcAft>
                <a:spcPts val="0"/>
              </a:spcAft>
              <a:buSzPts val="1800"/>
              <a:buNone/>
              <a:defRPr/>
            </a:lvl5pPr>
            <a:lvl6pPr indent="-228600" lvl="5" marL="2743200" algn="l">
              <a:lnSpc>
                <a:spcPct val="93000"/>
              </a:lnSpc>
              <a:spcBef>
                <a:spcPts val="215"/>
              </a:spcBef>
              <a:spcAft>
                <a:spcPts val="0"/>
              </a:spcAft>
              <a:buSzPts val="1800"/>
              <a:buNone/>
              <a:defRPr/>
            </a:lvl6pPr>
            <a:lvl7pPr indent="-228600" lvl="6" marL="3200400" algn="l">
              <a:lnSpc>
                <a:spcPct val="93000"/>
              </a:lnSpc>
              <a:spcBef>
                <a:spcPts val="215"/>
              </a:spcBef>
              <a:spcAft>
                <a:spcPts val="0"/>
              </a:spcAft>
              <a:buSzPts val="1800"/>
              <a:buNone/>
              <a:defRPr/>
            </a:lvl7pPr>
            <a:lvl8pPr indent="-228600" lvl="7" marL="3657600" algn="l">
              <a:lnSpc>
                <a:spcPct val="93000"/>
              </a:lnSpc>
              <a:spcBef>
                <a:spcPts val="215"/>
              </a:spcBef>
              <a:spcAft>
                <a:spcPts val="0"/>
              </a:spcAft>
              <a:buSzPts val="1800"/>
              <a:buNone/>
              <a:defRPr/>
            </a:lvl8pPr>
            <a:lvl9pPr indent="-228600" lvl="8" marL="4114800" algn="l">
              <a:lnSpc>
                <a:spcPct val="93000"/>
              </a:lnSpc>
              <a:spcBef>
                <a:spcPts val="215"/>
              </a:spcBef>
              <a:spcAft>
                <a:spcPts val="0"/>
              </a:spcAft>
              <a:buSzPts val="1800"/>
              <a:buNone/>
              <a:defRPr/>
            </a:lvl9pPr>
          </a:lstStyle>
          <a:p/>
        </p:txBody>
      </p:sp>
      <p:sp>
        <p:nvSpPr>
          <p:cNvPr id="201" name="Google Shape;201;p49"/>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202" name="Google Shape;202;p49"/>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203" name="Google Shape;203;p49"/>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4" name="Shape 204"/>
        <p:cNvGrpSpPr/>
        <p:nvPr/>
      </p:nvGrpSpPr>
      <p:grpSpPr>
        <a:xfrm>
          <a:off x="0" y="0"/>
          <a:ext cx="0" cy="0"/>
          <a:chOff x="0" y="0"/>
          <a:chExt cx="0" cy="0"/>
        </a:xfrm>
      </p:grpSpPr>
      <p:sp>
        <p:nvSpPr>
          <p:cNvPr id="205" name="Google Shape;205;p50"/>
          <p:cNvSpPr txBox="1"/>
          <p:nvPr>
            <p:ph type="title"/>
          </p:nvPr>
        </p:nvSpPr>
        <p:spPr>
          <a:xfrm>
            <a:off x="0" y="1619250"/>
            <a:ext cx="8997950" cy="1077912"/>
          </a:xfrm>
          <a:prstGeom prst="rect">
            <a:avLst/>
          </a:prstGeom>
          <a:noFill/>
          <a:ln>
            <a:noFill/>
          </a:ln>
        </p:spPr>
        <p:txBody>
          <a:bodyPr anchorCtr="0" anchor="ctr" bIns="0" lIns="0" spcFirstLastPara="1" rIns="0" wrap="square" tIns="0">
            <a:noAutofit/>
          </a:bodyPr>
          <a:lstStyle>
            <a:lvl1pPr lvl="0" algn="ctr">
              <a:lnSpc>
                <a:spcPct val="93000"/>
              </a:lnSpc>
              <a:spcBef>
                <a:spcPts val="0"/>
              </a:spcBef>
              <a:spcAft>
                <a:spcPts val="0"/>
              </a:spcAft>
              <a:buSzPts val="1800"/>
              <a:buNone/>
              <a:defRPr/>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6" name="Google Shape;206;p50"/>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207" name="Google Shape;207;p50"/>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208" name="Google Shape;208;p50"/>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9" name="Shape 209"/>
        <p:cNvGrpSpPr/>
        <p:nvPr/>
      </p:nvGrpSpPr>
      <p:grpSpPr>
        <a:xfrm>
          <a:off x="0" y="0"/>
          <a:ext cx="0" cy="0"/>
          <a:chOff x="0" y="0"/>
          <a:chExt cx="0" cy="0"/>
        </a:xfrm>
      </p:grpSpPr>
      <p:sp>
        <p:nvSpPr>
          <p:cNvPr id="210" name="Google Shape;210;p51"/>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211" name="Google Shape;211;p51"/>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212" name="Google Shape;212;p51"/>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13" name="Shape 213"/>
        <p:cNvGrpSpPr/>
        <p:nvPr/>
      </p:nvGrpSpPr>
      <p:grpSpPr>
        <a:xfrm>
          <a:off x="0" y="0"/>
          <a:ext cx="0" cy="0"/>
          <a:chOff x="0" y="0"/>
          <a:chExt cx="0" cy="0"/>
        </a:xfrm>
      </p:grpSpPr>
      <p:sp>
        <p:nvSpPr>
          <p:cNvPr id="214" name="Google Shape;214;p52"/>
          <p:cNvSpPr txBox="1"/>
          <p:nvPr>
            <p:ph type="title"/>
          </p:nvPr>
        </p:nvSpPr>
        <p:spPr>
          <a:xfrm>
            <a:off x="694356" y="378037"/>
            <a:ext cx="3251264" cy="1323128"/>
          </a:xfrm>
          <a:prstGeom prst="rect">
            <a:avLst/>
          </a:prstGeom>
          <a:noFill/>
          <a:ln>
            <a:noFill/>
          </a:ln>
        </p:spPr>
        <p:txBody>
          <a:bodyPr anchorCtr="0" anchor="b" bIns="0" lIns="0" spcFirstLastPara="1" rIns="0" wrap="square" tIns="0">
            <a:noAutofit/>
          </a:bodyPr>
          <a:lstStyle>
            <a:lvl1pPr lvl="0" algn="ctr">
              <a:lnSpc>
                <a:spcPct val="93000"/>
              </a:lnSpc>
              <a:spcBef>
                <a:spcPts val="0"/>
              </a:spcBef>
              <a:spcAft>
                <a:spcPts val="0"/>
              </a:spcAft>
              <a:buSzPts val="2645"/>
              <a:buNone/>
              <a:defRPr sz="2645"/>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5" name="Google Shape;215;p52"/>
          <p:cNvSpPr txBox="1"/>
          <p:nvPr>
            <p:ph idx="1" type="body"/>
          </p:nvPr>
        </p:nvSpPr>
        <p:spPr>
          <a:xfrm>
            <a:off x="4285579" y="816454"/>
            <a:ext cx="5103316" cy="4029766"/>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2645"/>
              <a:buNone/>
              <a:defRPr sz="2645"/>
            </a:lvl1pPr>
            <a:lvl2pPr indent="-228600" lvl="1" marL="914400" algn="l">
              <a:lnSpc>
                <a:spcPct val="93000"/>
              </a:lnSpc>
              <a:spcBef>
                <a:spcPts val="850"/>
              </a:spcBef>
              <a:spcAft>
                <a:spcPts val="0"/>
              </a:spcAft>
              <a:buSzPts val="2315"/>
              <a:buNone/>
              <a:defRPr sz="2315"/>
            </a:lvl2pPr>
            <a:lvl3pPr indent="-228600" lvl="2" marL="1371600" algn="l">
              <a:lnSpc>
                <a:spcPct val="93000"/>
              </a:lnSpc>
              <a:spcBef>
                <a:spcPts val="640"/>
              </a:spcBef>
              <a:spcAft>
                <a:spcPts val="0"/>
              </a:spcAft>
              <a:buSzPts val="1985"/>
              <a:buNone/>
              <a:defRPr sz="1985"/>
            </a:lvl3pPr>
            <a:lvl4pPr indent="-228600" lvl="3" marL="1828800" algn="l">
              <a:lnSpc>
                <a:spcPct val="93000"/>
              </a:lnSpc>
              <a:spcBef>
                <a:spcPts val="425"/>
              </a:spcBef>
              <a:spcAft>
                <a:spcPts val="0"/>
              </a:spcAft>
              <a:buSzPts val="1655"/>
              <a:buNone/>
              <a:defRPr sz="1654"/>
            </a:lvl4pPr>
            <a:lvl5pPr indent="-228600" lvl="4" marL="2286000" algn="l">
              <a:lnSpc>
                <a:spcPct val="93000"/>
              </a:lnSpc>
              <a:spcBef>
                <a:spcPts val="215"/>
              </a:spcBef>
              <a:spcAft>
                <a:spcPts val="0"/>
              </a:spcAft>
              <a:buSzPts val="1655"/>
              <a:buNone/>
              <a:defRPr sz="1654"/>
            </a:lvl5pPr>
            <a:lvl6pPr indent="-228600" lvl="5" marL="2743200" algn="l">
              <a:lnSpc>
                <a:spcPct val="93000"/>
              </a:lnSpc>
              <a:spcBef>
                <a:spcPts val="215"/>
              </a:spcBef>
              <a:spcAft>
                <a:spcPts val="0"/>
              </a:spcAft>
              <a:buSzPts val="1655"/>
              <a:buNone/>
              <a:defRPr sz="1654"/>
            </a:lvl6pPr>
            <a:lvl7pPr indent="-228600" lvl="6" marL="3200400" algn="l">
              <a:lnSpc>
                <a:spcPct val="93000"/>
              </a:lnSpc>
              <a:spcBef>
                <a:spcPts val="215"/>
              </a:spcBef>
              <a:spcAft>
                <a:spcPts val="0"/>
              </a:spcAft>
              <a:buSzPts val="1655"/>
              <a:buNone/>
              <a:defRPr sz="1654"/>
            </a:lvl7pPr>
            <a:lvl8pPr indent="-228600" lvl="7" marL="3657600" algn="l">
              <a:lnSpc>
                <a:spcPct val="93000"/>
              </a:lnSpc>
              <a:spcBef>
                <a:spcPts val="215"/>
              </a:spcBef>
              <a:spcAft>
                <a:spcPts val="0"/>
              </a:spcAft>
              <a:buSzPts val="1655"/>
              <a:buNone/>
              <a:defRPr sz="1654"/>
            </a:lvl8pPr>
            <a:lvl9pPr indent="-228600" lvl="8" marL="4114800" algn="l">
              <a:lnSpc>
                <a:spcPct val="93000"/>
              </a:lnSpc>
              <a:spcBef>
                <a:spcPts val="215"/>
              </a:spcBef>
              <a:spcAft>
                <a:spcPts val="0"/>
              </a:spcAft>
              <a:buSzPts val="1655"/>
              <a:buNone/>
              <a:defRPr sz="1654"/>
            </a:lvl9pPr>
          </a:lstStyle>
          <a:p/>
        </p:txBody>
      </p:sp>
      <p:sp>
        <p:nvSpPr>
          <p:cNvPr id="216" name="Google Shape;216;p52"/>
          <p:cNvSpPr txBox="1"/>
          <p:nvPr>
            <p:ph idx="2" type="body"/>
          </p:nvPr>
        </p:nvSpPr>
        <p:spPr>
          <a:xfrm>
            <a:off x="694356" y="1701165"/>
            <a:ext cx="3251264" cy="3151619"/>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325"/>
              <a:buNone/>
              <a:defRPr sz="1325"/>
            </a:lvl1pPr>
            <a:lvl2pPr indent="-228600" lvl="1" marL="914400" algn="l">
              <a:lnSpc>
                <a:spcPct val="93000"/>
              </a:lnSpc>
              <a:spcBef>
                <a:spcPts val="850"/>
              </a:spcBef>
              <a:spcAft>
                <a:spcPts val="0"/>
              </a:spcAft>
              <a:buSzPts val="1160"/>
              <a:buNone/>
              <a:defRPr sz="1160"/>
            </a:lvl2pPr>
            <a:lvl3pPr indent="-228600" lvl="2" marL="1371600" algn="l">
              <a:lnSpc>
                <a:spcPct val="93000"/>
              </a:lnSpc>
              <a:spcBef>
                <a:spcPts val="640"/>
              </a:spcBef>
              <a:spcAft>
                <a:spcPts val="0"/>
              </a:spcAft>
              <a:buSzPts val="990"/>
              <a:buNone/>
              <a:defRPr sz="989"/>
            </a:lvl3pPr>
            <a:lvl4pPr indent="-228600" lvl="3" marL="1828800" algn="l">
              <a:lnSpc>
                <a:spcPct val="93000"/>
              </a:lnSpc>
              <a:spcBef>
                <a:spcPts val="425"/>
              </a:spcBef>
              <a:spcAft>
                <a:spcPts val="0"/>
              </a:spcAft>
              <a:buSzPts val="825"/>
              <a:buNone/>
              <a:defRPr sz="825"/>
            </a:lvl4pPr>
            <a:lvl5pPr indent="-228600" lvl="4" marL="2286000" algn="l">
              <a:lnSpc>
                <a:spcPct val="93000"/>
              </a:lnSpc>
              <a:spcBef>
                <a:spcPts val="215"/>
              </a:spcBef>
              <a:spcAft>
                <a:spcPts val="0"/>
              </a:spcAft>
              <a:buSzPts val="825"/>
              <a:buNone/>
              <a:defRPr sz="825"/>
            </a:lvl5pPr>
            <a:lvl6pPr indent="-228600" lvl="5" marL="2743200" algn="l">
              <a:lnSpc>
                <a:spcPct val="93000"/>
              </a:lnSpc>
              <a:spcBef>
                <a:spcPts val="215"/>
              </a:spcBef>
              <a:spcAft>
                <a:spcPts val="0"/>
              </a:spcAft>
              <a:buSzPts val="825"/>
              <a:buNone/>
              <a:defRPr sz="825"/>
            </a:lvl6pPr>
            <a:lvl7pPr indent="-228600" lvl="6" marL="3200400" algn="l">
              <a:lnSpc>
                <a:spcPct val="93000"/>
              </a:lnSpc>
              <a:spcBef>
                <a:spcPts val="215"/>
              </a:spcBef>
              <a:spcAft>
                <a:spcPts val="0"/>
              </a:spcAft>
              <a:buSzPts val="825"/>
              <a:buNone/>
              <a:defRPr sz="825"/>
            </a:lvl7pPr>
            <a:lvl8pPr indent="-228600" lvl="7" marL="3657600" algn="l">
              <a:lnSpc>
                <a:spcPct val="93000"/>
              </a:lnSpc>
              <a:spcBef>
                <a:spcPts val="215"/>
              </a:spcBef>
              <a:spcAft>
                <a:spcPts val="0"/>
              </a:spcAft>
              <a:buSzPts val="825"/>
              <a:buNone/>
              <a:defRPr sz="825"/>
            </a:lvl8pPr>
            <a:lvl9pPr indent="-228600" lvl="8" marL="4114800" algn="l">
              <a:lnSpc>
                <a:spcPct val="93000"/>
              </a:lnSpc>
              <a:spcBef>
                <a:spcPts val="215"/>
              </a:spcBef>
              <a:spcAft>
                <a:spcPts val="0"/>
              </a:spcAft>
              <a:buSzPts val="825"/>
              <a:buNone/>
              <a:defRPr sz="825"/>
            </a:lvl9pPr>
          </a:lstStyle>
          <a:p/>
        </p:txBody>
      </p:sp>
      <p:sp>
        <p:nvSpPr>
          <p:cNvPr id="217" name="Google Shape;217;p52"/>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218" name="Google Shape;218;p52"/>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219" name="Google Shape;219;p52"/>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20" name="Shape 220"/>
        <p:cNvGrpSpPr/>
        <p:nvPr/>
      </p:nvGrpSpPr>
      <p:grpSpPr>
        <a:xfrm>
          <a:off x="0" y="0"/>
          <a:ext cx="0" cy="0"/>
          <a:chOff x="0" y="0"/>
          <a:chExt cx="0" cy="0"/>
        </a:xfrm>
      </p:grpSpPr>
      <p:sp>
        <p:nvSpPr>
          <p:cNvPr id="221" name="Google Shape;221;p53"/>
          <p:cNvSpPr txBox="1"/>
          <p:nvPr>
            <p:ph type="title"/>
          </p:nvPr>
        </p:nvSpPr>
        <p:spPr>
          <a:xfrm>
            <a:off x="694356" y="378037"/>
            <a:ext cx="3251264" cy="1323128"/>
          </a:xfrm>
          <a:prstGeom prst="rect">
            <a:avLst/>
          </a:prstGeom>
          <a:noFill/>
          <a:ln>
            <a:noFill/>
          </a:ln>
        </p:spPr>
        <p:txBody>
          <a:bodyPr anchorCtr="0" anchor="b" bIns="0" lIns="0" spcFirstLastPara="1" rIns="0" wrap="square" tIns="0">
            <a:noAutofit/>
          </a:bodyPr>
          <a:lstStyle>
            <a:lvl1pPr lvl="0" algn="ctr">
              <a:lnSpc>
                <a:spcPct val="93000"/>
              </a:lnSpc>
              <a:spcBef>
                <a:spcPts val="0"/>
              </a:spcBef>
              <a:spcAft>
                <a:spcPts val="0"/>
              </a:spcAft>
              <a:buSzPts val="2645"/>
              <a:buNone/>
              <a:defRPr sz="2645"/>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2" name="Google Shape;222;p53"/>
          <p:cNvSpPr/>
          <p:nvPr>
            <p:ph idx="2" type="pic"/>
          </p:nvPr>
        </p:nvSpPr>
        <p:spPr>
          <a:xfrm>
            <a:off x="4285579" y="816454"/>
            <a:ext cx="5103316" cy="4029766"/>
          </a:xfrm>
          <a:prstGeom prst="rect">
            <a:avLst/>
          </a:prstGeom>
          <a:noFill/>
          <a:ln>
            <a:noFill/>
          </a:ln>
        </p:spPr>
      </p:sp>
      <p:sp>
        <p:nvSpPr>
          <p:cNvPr id="223" name="Google Shape;223;p53"/>
          <p:cNvSpPr txBox="1"/>
          <p:nvPr>
            <p:ph idx="1" type="body"/>
          </p:nvPr>
        </p:nvSpPr>
        <p:spPr>
          <a:xfrm>
            <a:off x="694356" y="1701165"/>
            <a:ext cx="3251264" cy="3151619"/>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325"/>
              <a:buNone/>
              <a:defRPr sz="1325"/>
            </a:lvl1pPr>
            <a:lvl2pPr indent="-228600" lvl="1" marL="914400" algn="l">
              <a:lnSpc>
                <a:spcPct val="93000"/>
              </a:lnSpc>
              <a:spcBef>
                <a:spcPts val="850"/>
              </a:spcBef>
              <a:spcAft>
                <a:spcPts val="0"/>
              </a:spcAft>
              <a:buSzPts val="1160"/>
              <a:buNone/>
              <a:defRPr sz="1160"/>
            </a:lvl2pPr>
            <a:lvl3pPr indent="-228600" lvl="2" marL="1371600" algn="l">
              <a:lnSpc>
                <a:spcPct val="93000"/>
              </a:lnSpc>
              <a:spcBef>
                <a:spcPts val="640"/>
              </a:spcBef>
              <a:spcAft>
                <a:spcPts val="0"/>
              </a:spcAft>
              <a:buSzPts val="990"/>
              <a:buNone/>
              <a:defRPr sz="989"/>
            </a:lvl3pPr>
            <a:lvl4pPr indent="-228600" lvl="3" marL="1828800" algn="l">
              <a:lnSpc>
                <a:spcPct val="93000"/>
              </a:lnSpc>
              <a:spcBef>
                <a:spcPts val="425"/>
              </a:spcBef>
              <a:spcAft>
                <a:spcPts val="0"/>
              </a:spcAft>
              <a:buSzPts val="825"/>
              <a:buNone/>
              <a:defRPr sz="825"/>
            </a:lvl4pPr>
            <a:lvl5pPr indent="-228600" lvl="4" marL="2286000" algn="l">
              <a:lnSpc>
                <a:spcPct val="93000"/>
              </a:lnSpc>
              <a:spcBef>
                <a:spcPts val="215"/>
              </a:spcBef>
              <a:spcAft>
                <a:spcPts val="0"/>
              </a:spcAft>
              <a:buSzPts val="825"/>
              <a:buNone/>
              <a:defRPr sz="825"/>
            </a:lvl5pPr>
            <a:lvl6pPr indent="-228600" lvl="5" marL="2743200" algn="l">
              <a:lnSpc>
                <a:spcPct val="93000"/>
              </a:lnSpc>
              <a:spcBef>
                <a:spcPts val="215"/>
              </a:spcBef>
              <a:spcAft>
                <a:spcPts val="0"/>
              </a:spcAft>
              <a:buSzPts val="825"/>
              <a:buNone/>
              <a:defRPr sz="825"/>
            </a:lvl6pPr>
            <a:lvl7pPr indent="-228600" lvl="6" marL="3200400" algn="l">
              <a:lnSpc>
                <a:spcPct val="93000"/>
              </a:lnSpc>
              <a:spcBef>
                <a:spcPts val="215"/>
              </a:spcBef>
              <a:spcAft>
                <a:spcPts val="0"/>
              </a:spcAft>
              <a:buSzPts val="825"/>
              <a:buNone/>
              <a:defRPr sz="825"/>
            </a:lvl7pPr>
            <a:lvl8pPr indent="-228600" lvl="7" marL="3657600" algn="l">
              <a:lnSpc>
                <a:spcPct val="93000"/>
              </a:lnSpc>
              <a:spcBef>
                <a:spcPts val="215"/>
              </a:spcBef>
              <a:spcAft>
                <a:spcPts val="0"/>
              </a:spcAft>
              <a:buSzPts val="825"/>
              <a:buNone/>
              <a:defRPr sz="825"/>
            </a:lvl8pPr>
            <a:lvl9pPr indent="-228600" lvl="8" marL="4114800" algn="l">
              <a:lnSpc>
                <a:spcPct val="93000"/>
              </a:lnSpc>
              <a:spcBef>
                <a:spcPts val="215"/>
              </a:spcBef>
              <a:spcAft>
                <a:spcPts val="0"/>
              </a:spcAft>
              <a:buSzPts val="825"/>
              <a:buNone/>
              <a:defRPr sz="825"/>
            </a:lvl9pPr>
          </a:lstStyle>
          <a:p/>
        </p:txBody>
      </p:sp>
      <p:sp>
        <p:nvSpPr>
          <p:cNvPr id="224" name="Google Shape;224;p53"/>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225" name="Google Shape;225;p53"/>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226" name="Google Shape;226;p53"/>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27" name="Shape 227"/>
        <p:cNvGrpSpPr/>
        <p:nvPr/>
      </p:nvGrpSpPr>
      <p:grpSpPr>
        <a:xfrm>
          <a:off x="0" y="0"/>
          <a:ext cx="0" cy="0"/>
          <a:chOff x="0" y="0"/>
          <a:chExt cx="0" cy="0"/>
        </a:xfrm>
      </p:grpSpPr>
      <p:sp>
        <p:nvSpPr>
          <p:cNvPr id="228" name="Google Shape;228;p54"/>
          <p:cNvSpPr txBox="1"/>
          <p:nvPr>
            <p:ph type="title"/>
          </p:nvPr>
        </p:nvSpPr>
        <p:spPr>
          <a:xfrm>
            <a:off x="0" y="1619250"/>
            <a:ext cx="8997950" cy="1077912"/>
          </a:xfrm>
          <a:prstGeom prst="rect">
            <a:avLst/>
          </a:prstGeom>
          <a:noFill/>
          <a:ln>
            <a:noFill/>
          </a:ln>
        </p:spPr>
        <p:txBody>
          <a:bodyPr anchorCtr="0" anchor="ctr" bIns="0" lIns="0" spcFirstLastPara="1" rIns="0" wrap="square" tIns="0">
            <a:noAutofit/>
          </a:bodyPr>
          <a:lstStyle>
            <a:lvl1pPr lvl="0" algn="ctr">
              <a:lnSpc>
                <a:spcPct val="93000"/>
              </a:lnSpc>
              <a:spcBef>
                <a:spcPts val="0"/>
              </a:spcBef>
              <a:spcAft>
                <a:spcPts val="0"/>
              </a:spcAft>
              <a:buSzPts val="1800"/>
              <a:buNone/>
              <a:defRPr/>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9" name="Google Shape;229;p54"/>
          <p:cNvSpPr txBox="1"/>
          <p:nvPr>
            <p:ph idx="1" type="body"/>
          </p:nvPr>
        </p:nvSpPr>
        <p:spPr>
          <a:xfrm rot="5400000">
            <a:off x="4230687" y="-990600"/>
            <a:ext cx="1617662" cy="9358312"/>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800"/>
              <a:buNone/>
              <a:defRPr/>
            </a:lvl1pPr>
            <a:lvl2pPr indent="-228600" lvl="1" marL="914400" algn="l">
              <a:lnSpc>
                <a:spcPct val="93000"/>
              </a:lnSpc>
              <a:spcBef>
                <a:spcPts val="850"/>
              </a:spcBef>
              <a:spcAft>
                <a:spcPts val="0"/>
              </a:spcAft>
              <a:buSzPts val="1800"/>
              <a:buNone/>
              <a:defRPr/>
            </a:lvl2pPr>
            <a:lvl3pPr indent="-228600" lvl="2" marL="1371600" algn="l">
              <a:lnSpc>
                <a:spcPct val="93000"/>
              </a:lnSpc>
              <a:spcBef>
                <a:spcPts val="640"/>
              </a:spcBef>
              <a:spcAft>
                <a:spcPts val="0"/>
              </a:spcAft>
              <a:buSzPts val="1800"/>
              <a:buNone/>
              <a:defRPr/>
            </a:lvl3pPr>
            <a:lvl4pPr indent="-228600" lvl="3" marL="1828800" algn="l">
              <a:lnSpc>
                <a:spcPct val="93000"/>
              </a:lnSpc>
              <a:spcBef>
                <a:spcPts val="425"/>
              </a:spcBef>
              <a:spcAft>
                <a:spcPts val="0"/>
              </a:spcAft>
              <a:buSzPts val="1800"/>
              <a:buNone/>
              <a:defRPr/>
            </a:lvl4pPr>
            <a:lvl5pPr indent="-228600" lvl="4" marL="2286000" algn="l">
              <a:lnSpc>
                <a:spcPct val="93000"/>
              </a:lnSpc>
              <a:spcBef>
                <a:spcPts val="215"/>
              </a:spcBef>
              <a:spcAft>
                <a:spcPts val="0"/>
              </a:spcAft>
              <a:buSzPts val="1800"/>
              <a:buNone/>
              <a:defRPr/>
            </a:lvl5pPr>
            <a:lvl6pPr indent="-228600" lvl="5" marL="2743200" algn="l">
              <a:lnSpc>
                <a:spcPct val="93000"/>
              </a:lnSpc>
              <a:spcBef>
                <a:spcPts val="215"/>
              </a:spcBef>
              <a:spcAft>
                <a:spcPts val="0"/>
              </a:spcAft>
              <a:buSzPts val="1800"/>
              <a:buNone/>
              <a:defRPr/>
            </a:lvl6pPr>
            <a:lvl7pPr indent="-228600" lvl="6" marL="3200400" algn="l">
              <a:lnSpc>
                <a:spcPct val="93000"/>
              </a:lnSpc>
              <a:spcBef>
                <a:spcPts val="215"/>
              </a:spcBef>
              <a:spcAft>
                <a:spcPts val="0"/>
              </a:spcAft>
              <a:buSzPts val="1800"/>
              <a:buNone/>
              <a:defRPr/>
            </a:lvl7pPr>
            <a:lvl8pPr indent="-228600" lvl="7" marL="3657600" algn="l">
              <a:lnSpc>
                <a:spcPct val="93000"/>
              </a:lnSpc>
              <a:spcBef>
                <a:spcPts val="215"/>
              </a:spcBef>
              <a:spcAft>
                <a:spcPts val="0"/>
              </a:spcAft>
              <a:buSzPts val="1800"/>
              <a:buNone/>
              <a:defRPr/>
            </a:lvl8pPr>
            <a:lvl9pPr indent="-228600" lvl="8" marL="4114800" algn="l">
              <a:lnSpc>
                <a:spcPct val="93000"/>
              </a:lnSpc>
              <a:spcBef>
                <a:spcPts val="215"/>
              </a:spcBef>
              <a:spcAft>
                <a:spcPts val="0"/>
              </a:spcAft>
              <a:buSzPts val="1800"/>
              <a:buNone/>
              <a:defRPr/>
            </a:lvl9pPr>
          </a:lstStyle>
          <a:p/>
        </p:txBody>
      </p:sp>
      <p:sp>
        <p:nvSpPr>
          <p:cNvPr id="230" name="Google Shape;230;p54"/>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231" name="Google Shape;231;p54"/>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232" name="Google Shape;232;p54"/>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33" name="Shape 233"/>
        <p:cNvGrpSpPr/>
        <p:nvPr/>
      </p:nvGrpSpPr>
      <p:grpSpPr>
        <a:xfrm>
          <a:off x="0" y="0"/>
          <a:ext cx="0" cy="0"/>
          <a:chOff x="0" y="0"/>
          <a:chExt cx="0" cy="0"/>
        </a:xfrm>
      </p:grpSpPr>
      <p:sp>
        <p:nvSpPr>
          <p:cNvPr id="234" name="Google Shape;234;p55"/>
          <p:cNvSpPr txBox="1"/>
          <p:nvPr>
            <p:ph type="title"/>
          </p:nvPr>
        </p:nvSpPr>
        <p:spPr>
          <a:xfrm rot="5400000">
            <a:off x="7064772" y="1843485"/>
            <a:ext cx="2878138" cy="2429669"/>
          </a:xfrm>
          <a:prstGeom prst="rect">
            <a:avLst/>
          </a:prstGeom>
          <a:noFill/>
          <a:ln>
            <a:noFill/>
          </a:ln>
        </p:spPr>
        <p:txBody>
          <a:bodyPr anchorCtr="0" anchor="ctr" bIns="0" lIns="0" spcFirstLastPara="1" rIns="0" wrap="square" tIns="0">
            <a:noAutofit/>
          </a:bodyPr>
          <a:lstStyle>
            <a:lvl1pPr lvl="0" algn="ctr">
              <a:lnSpc>
                <a:spcPct val="93000"/>
              </a:lnSpc>
              <a:spcBef>
                <a:spcPts val="0"/>
              </a:spcBef>
              <a:spcAft>
                <a:spcPts val="0"/>
              </a:spcAft>
              <a:buSzPts val="1800"/>
              <a:buNone/>
              <a:defRPr/>
            </a:lvl1pPr>
            <a:lvl2pPr lvl="1" algn="ctr">
              <a:lnSpc>
                <a:spcPct val="93000"/>
              </a:lnSpc>
              <a:spcBef>
                <a:spcPts val="0"/>
              </a:spcBef>
              <a:spcAft>
                <a:spcPts val="0"/>
              </a:spcAft>
              <a:buSzPts val="1800"/>
              <a:buNone/>
              <a:defRPr/>
            </a:lvl2pPr>
            <a:lvl3pPr lvl="2" algn="ctr">
              <a:lnSpc>
                <a:spcPct val="93000"/>
              </a:lnSpc>
              <a:spcBef>
                <a:spcPts val="0"/>
              </a:spcBef>
              <a:spcAft>
                <a:spcPts val="0"/>
              </a:spcAft>
              <a:buSzPts val="1800"/>
              <a:buNone/>
              <a:defRPr/>
            </a:lvl3pPr>
            <a:lvl4pPr lvl="3" algn="ctr">
              <a:lnSpc>
                <a:spcPct val="93000"/>
              </a:lnSpc>
              <a:spcBef>
                <a:spcPts val="0"/>
              </a:spcBef>
              <a:spcAft>
                <a:spcPts val="0"/>
              </a:spcAft>
              <a:buSzPts val="1800"/>
              <a:buNone/>
              <a:defRPr/>
            </a:lvl4pPr>
            <a:lvl5pPr lvl="4" algn="ctr">
              <a:lnSpc>
                <a:spcPct val="93000"/>
              </a:lnSpc>
              <a:spcBef>
                <a:spcPts val="0"/>
              </a:spcBef>
              <a:spcAft>
                <a:spcPts val="0"/>
              </a:spcAft>
              <a:buSzPts val="18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5" name="Google Shape;235;p55"/>
          <p:cNvSpPr txBox="1"/>
          <p:nvPr>
            <p:ph idx="1" type="body"/>
          </p:nvPr>
        </p:nvSpPr>
        <p:spPr>
          <a:xfrm rot="5400000">
            <a:off x="2135009" y="-515759"/>
            <a:ext cx="2878138" cy="7148156"/>
          </a:xfrm>
          <a:prstGeom prst="rect">
            <a:avLst/>
          </a:prstGeom>
          <a:noFill/>
          <a:ln>
            <a:noFill/>
          </a:ln>
        </p:spPr>
        <p:txBody>
          <a:bodyPr anchorCtr="0" anchor="t" bIns="0" lIns="0" spcFirstLastPara="1" rIns="0" wrap="square" tIns="21150">
            <a:noAutofit/>
          </a:bodyPr>
          <a:lstStyle>
            <a:lvl1pPr indent="-228600" lvl="0" marL="457200" algn="l">
              <a:lnSpc>
                <a:spcPct val="93000"/>
              </a:lnSpc>
              <a:spcBef>
                <a:spcPts val="1065"/>
              </a:spcBef>
              <a:spcAft>
                <a:spcPts val="0"/>
              </a:spcAft>
              <a:buSzPts val="1800"/>
              <a:buNone/>
              <a:defRPr/>
            </a:lvl1pPr>
            <a:lvl2pPr indent="-228600" lvl="1" marL="914400" algn="l">
              <a:lnSpc>
                <a:spcPct val="93000"/>
              </a:lnSpc>
              <a:spcBef>
                <a:spcPts val="850"/>
              </a:spcBef>
              <a:spcAft>
                <a:spcPts val="0"/>
              </a:spcAft>
              <a:buSzPts val="1800"/>
              <a:buNone/>
              <a:defRPr/>
            </a:lvl2pPr>
            <a:lvl3pPr indent="-228600" lvl="2" marL="1371600" algn="l">
              <a:lnSpc>
                <a:spcPct val="93000"/>
              </a:lnSpc>
              <a:spcBef>
                <a:spcPts val="640"/>
              </a:spcBef>
              <a:spcAft>
                <a:spcPts val="0"/>
              </a:spcAft>
              <a:buSzPts val="1800"/>
              <a:buNone/>
              <a:defRPr/>
            </a:lvl3pPr>
            <a:lvl4pPr indent="-228600" lvl="3" marL="1828800" algn="l">
              <a:lnSpc>
                <a:spcPct val="93000"/>
              </a:lnSpc>
              <a:spcBef>
                <a:spcPts val="425"/>
              </a:spcBef>
              <a:spcAft>
                <a:spcPts val="0"/>
              </a:spcAft>
              <a:buSzPts val="1800"/>
              <a:buNone/>
              <a:defRPr/>
            </a:lvl4pPr>
            <a:lvl5pPr indent="-228600" lvl="4" marL="2286000" algn="l">
              <a:lnSpc>
                <a:spcPct val="93000"/>
              </a:lnSpc>
              <a:spcBef>
                <a:spcPts val="215"/>
              </a:spcBef>
              <a:spcAft>
                <a:spcPts val="0"/>
              </a:spcAft>
              <a:buSzPts val="1800"/>
              <a:buNone/>
              <a:defRPr/>
            </a:lvl5pPr>
            <a:lvl6pPr indent="-228600" lvl="5" marL="2743200" algn="l">
              <a:lnSpc>
                <a:spcPct val="93000"/>
              </a:lnSpc>
              <a:spcBef>
                <a:spcPts val="215"/>
              </a:spcBef>
              <a:spcAft>
                <a:spcPts val="0"/>
              </a:spcAft>
              <a:buSzPts val="1800"/>
              <a:buNone/>
              <a:defRPr/>
            </a:lvl6pPr>
            <a:lvl7pPr indent="-228600" lvl="6" marL="3200400" algn="l">
              <a:lnSpc>
                <a:spcPct val="93000"/>
              </a:lnSpc>
              <a:spcBef>
                <a:spcPts val="215"/>
              </a:spcBef>
              <a:spcAft>
                <a:spcPts val="0"/>
              </a:spcAft>
              <a:buSzPts val="1800"/>
              <a:buNone/>
              <a:defRPr/>
            </a:lvl7pPr>
            <a:lvl8pPr indent="-228600" lvl="7" marL="3657600" algn="l">
              <a:lnSpc>
                <a:spcPct val="93000"/>
              </a:lnSpc>
              <a:spcBef>
                <a:spcPts val="215"/>
              </a:spcBef>
              <a:spcAft>
                <a:spcPts val="0"/>
              </a:spcAft>
              <a:buSzPts val="1800"/>
              <a:buNone/>
              <a:defRPr/>
            </a:lvl8pPr>
            <a:lvl9pPr indent="-228600" lvl="8" marL="4114800" algn="l">
              <a:lnSpc>
                <a:spcPct val="93000"/>
              </a:lnSpc>
              <a:spcBef>
                <a:spcPts val="215"/>
              </a:spcBef>
              <a:spcAft>
                <a:spcPts val="0"/>
              </a:spcAft>
              <a:buSzPts val="1800"/>
              <a:buNone/>
              <a:defRPr/>
            </a:lvl9pPr>
          </a:lstStyle>
          <a:p/>
        </p:txBody>
      </p:sp>
      <p:sp>
        <p:nvSpPr>
          <p:cNvPr id="236" name="Google Shape;236;p55"/>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237" name="Google Shape;237;p55"/>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algn="l">
              <a:lnSpc>
                <a:spcPct val="93000"/>
              </a:lnSpc>
              <a:spcBef>
                <a:spcPts val="0"/>
              </a:spcBef>
              <a:spcAft>
                <a:spcPts val="0"/>
              </a:spcAft>
              <a:buSzPts val="1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93000"/>
              </a:lnSpc>
              <a:spcBef>
                <a:spcPts val="0"/>
              </a:spcBef>
              <a:spcAft>
                <a:spcPts val="0"/>
              </a:spcAft>
              <a:buSzPts val="1400"/>
              <a:buNone/>
              <a:defRPr/>
            </a:lvl6pPr>
            <a:lvl7pPr lvl="6" algn="l">
              <a:lnSpc>
                <a:spcPct val="93000"/>
              </a:lnSpc>
              <a:spcBef>
                <a:spcPts val="0"/>
              </a:spcBef>
              <a:spcAft>
                <a:spcPts val="0"/>
              </a:spcAft>
              <a:buSzPts val="1400"/>
              <a:buNone/>
              <a:defRPr/>
            </a:lvl7pPr>
            <a:lvl8pPr lvl="7" algn="l">
              <a:lnSpc>
                <a:spcPct val="93000"/>
              </a:lnSpc>
              <a:spcBef>
                <a:spcPts val="0"/>
              </a:spcBef>
              <a:spcAft>
                <a:spcPts val="0"/>
              </a:spcAft>
              <a:buSzPts val="1400"/>
              <a:buNone/>
              <a:defRPr/>
            </a:lvl8pPr>
            <a:lvl9pPr lvl="8" algn="l">
              <a:lnSpc>
                <a:spcPct val="93000"/>
              </a:lnSpc>
              <a:spcBef>
                <a:spcPts val="0"/>
              </a:spcBef>
              <a:spcAft>
                <a:spcPts val="0"/>
              </a:spcAft>
              <a:buSzPts val="1400"/>
              <a:buNone/>
              <a:defRPr/>
            </a:lvl9pPr>
          </a:lstStyle>
          <a:p/>
        </p:txBody>
      </p:sp>
      <p:sp>
        <p:nvSpPr>
          <p:cNvPr id="238" name="Google Shape;238;p55"/>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3.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20"/>
          <p:cNvSpPr txBox="1"/>
          <p:nvPr/>
        </p:nvSpPr>
        <p:spPr>
          <a:xfrm>
            <a:off x="0" y="0"/>
            <a:ext cx="10077450" cy="720725"/>
          </a:xfrm>
          <a:prstGeom prst="rect">
            <a:avLst/>
          </a:prstGeom>
          <a:gradFill>
            <a:gsLst>
              <a:gs pos="0">
                <a:srgbClr val="77CAEE"/>
              </a:gs>
              <a:gs pos="100000">
                <a:srgbClr val="009BDD"/>
              </a:gs>
            </a:gsLst>
            <a:lin ang="5400000" scaled="0"/>
          </a:gradFill>
          <a:ln>
            <a:noFill/>
          </a:ln>
          <a:effectLst>
            <a:outerShdw blurRad="63500" dir="5400000" dist="10800">
              <a:srgbClr val="009BDD"/>
            </a:outerShdw>
          </a:effectLst>
        </p:spPr>
        <p:txBody>
          <a:bodyPr anchorCtr="0" anchor="t"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1" name="Google Shape;11;p20"/>
          <p:cNvSpPr txBox="1"/>
          <p:nvPr/>
        </p:nvSpPr>
        <p:spPr>
          <a:xfrm>
            <a:off x="3175" y="5040312"/>
            <a:ext cx="10077450" cy="631825"/>
          </a:xfrm>
          <a:prstGeom prst="rect">
            <a:avLst/>
          </a:prstGeom>
          <a:gradFill>
            <a:gsLst>
              <a:gs pos="0">
                <a:srgbClr val="77CAEE"/>
              </a:gs>
              <a:gs pos="100000">
                <a:srgbClr val="009BDD"/>
              </a:gs>
            </a:gsLst>
            <a:lin ang="5400000" scaled="0"/>
          </a:gradFill>
          <a:ln>
            <a:noFill/>
          </a:ln>
          <a:effectLst>
            <a:outerShdw blurRad="63500" dir="5400000" dist="10800">
              <a:srgbClr val="009BDD"/>
            </a:outerShdw>
          </a:effectLst>
        </p:spPr>
        <p:txBody>
          <a:bodyPr anchorCtr="0" anchor="t"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2" name="Google Shape;12;p20"/>
          <p:cNvSpPr txBox="1"/>
          <p:nvPr>
            <p:ph type="title"/>
          </p:nvPr>
        </p:nvSpPr>
        <p:spPr>
          <a:xfrm>
            <a:off x="360362" y="179387"/>
            <a:ext cx="9358312" cy="476250"/>
          </a:xfrm>
          <a:prstGeom prst="rect">
            <a:avLst/>
          </a:prstGeom>
          <a:noFill/>
          <a:ln>
            <a:noFill/>
          </a:ln>
        </p:spPr>
        <p:txBody>
          <a:bodyPr anchorCtr="0" anchor="ctr" bIns="0" lIns="0" spcFirstLastPara="1" rIns="0" wrap="square" tIns="0">
            <a:noAutofit/>
          </a:bodyPr>
          <a:lstStyle>
            <a:lvl1pPr lvl="0" marR="0" rtl="0" algn="ctr">
              <a:lnSpc>
                <a:spcPct val="93000"/>
              </a:lnSpc>
              <a:spcBef>
                <a:spcPts val="0"/>
              </a:spcBef>
              <a:spcAft>
                <a:spcPts val="0"/>
              </a:spcAft>
              <a:buClr>
                <a:srgbClr val="000000"/>
              </a:buClr>
              <a:buSzPts val="3300"/>
              <a:buFont typeface="Times New Roman"/>
              <a:buNone/>
              <a:defRPr b="0" i="0" sz="3300" u="none" cap="none" strike="noStrike">
                <a:solidFill>
                  <a:srgbClr val="FFFFFF"/>
                </a:solidFill>
                <a:latin typeface="Arial"/>
                <a:ea typeface="Arial"/>
                <a:cs typeface="Arial"/>
                <a:sym typeface="Arial"/>
              </a:defRPr>
            </a:lvl1pPr>
            <a:lvl2pPr lvl="1" marR="0" rtl="0" algn="ctr">
              <a:lnSpc>
                <a:spcPct val="93000"/>
              </a:lnSpc>
              <a:spcBef>
                <a:spcPts val="0"/>
              </a:spcBef>
              <a:spcAft>
                <a:spcPts val="0"/>
              </a:spcAft>
              <a:buClr>
                <a:srgbClr val="000000"/>
              </a:buClr>
              <a:buSzPts val="3300"/>
              <a:buFont typeface="Times New Roman"/>
              <a:buNone/>
              <a:defRPr b="0" i="0" sz="3300" u="none" cap="none" strike="noStrike">
                <a:solidFill>
                  <a:srgbClr val="FFFFFF"/>
                </a:solidFill>
                <a:latin typeface="Arial"/>
                <a:ea typeface="Arial"/>
                <a:cs typeface="Arial"/>
                <a:sym typeface="Arial"/>
              </a:defRPr>
            </a:lvl2pPr>
            <a:lvl3pPr lvl="2" marR="0" rtl="0" algn="ctr">
              <a:lnSpc>
                <a:spcPct val="93000"/>
              </a:lnSpc>
              <a:spcBef>
                <a:spcPts val="0"/>
              </a:spcBef>
              <a:spcAft>
                <a:spcPts val="0"/>
              </a:spcAft>
              <a:buClr>
                <a:srgbClr val="000000"/>
              </a:buClr>
              <a:buSzPts val="3300"/>
              <a:buFont typeface="Times New Roman"/>
              <a:buNone/>
              <a:defRPr b="0" i="0" sz="3300" u="none" cap="none" strike="noStrike">
                <a:solidFill>
                  <a:srgbClr val="FFFFFF"/>
                </a:solidFill>
                <a:latin typeface="Arial"/>
                <a:ea typeface="Arial"/>
                <a:cs typeface="Arial"/>
                <a:sym typeface="Arial"/>
              </a:defRPr>
            </a:lvl3pPr>
            <a:lvl4pPr lvl="3" marR="0" rtl="0" algn="ctr">
              <a:lnSpc>
                <a:spcPct val="93000"/>
              </a:lnSpc>
              <a:spcBef>
                <a:spcPts val="0"/>
              </a:spcBef>
              <a:spcAft>
                <a:spcPts val="0"/>
              </a:spcAft>
              <a:buClr>
                <a:srgbClr val="000000"/>
              </a:buClr>
              <a:buSzPts val="3300"/>
              <a:buFont typeface="Times New Roman"/>
              <a:buNone/>
              <a:defRPr b="0" i="0" sz="3300" u="none" cap="none" strike="noStrike">
                <a:solidFill>
                  <a:srgbClr val="FFFFFF"/>
                </a:solidFill>
                <a:latin typeface="Arial"/>
                <a:ea typeface="Arial"/>
                <a:cs typeface="Arial"/>
                <a:sym typeface="Arial"/>
              </a:defRPr>
            </a:lvl4pPr>
            <a:lvl5pPr lvl="4" marR="0" rtl="0" algn="ctr">
              <a:lnSpc>
                <a:spcPct val="93000"/>
              </a:lnSpc>
              <a:spcBef>
                <a:spcPts val="0"/>
              </a:spcBef>
              <a:spcAft>
                <a:spcPts val="0"/>
              </a:spcAft>
              <a:buClr>
                <a:srgbClr val="000000"/>
              </a:buClr>
              <a:buSzPts val="3300"/>
              <a:buFont typeface="Times New Roman"/>
              <a:buNone/>
              <a:defRPr b="0" i="0" sz="3300" u="none" cap="none" strike="noStrike">
                <a:solidFill>
                  <a:srgbClr val="FFFFFF"/>
                </a:solidFill>
                <a:latin typeface="Arial"/>
                <a:ea typeface="Arial"/>
                <a:cs typeface="Arial"/>
                <a:sym typeface="Arial"/>
              </a:defRPr>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0"/>
          <p:cNvSpPr txBox="1"/>
          <p:nvPr>
            <p:ph idx="1" type="body"/>
          </p:nvPr>
        </p:nvSpPr>
        <p:spPr>
          <a:xfrm>
            <a:off x="360362" y="1079500"/>
            <a:ext cx="9358312" cy="3598862"/>
          </a:xfrm>
          <a:prstGeom prst="rect">
            <a:avLst/>
          </a:prstGeom>
          <a:noFill/>
          <a:ln>
            <a:noFill/>
          </a:ln>
        </p:spPr>
        <p:txBody>
          <a:bodyPr anchorCtr="0" anchor="t" bIns="0" lIns="0" spcFirstLastPara="1" rIns="0" wrap="square" tIns="21150">
            <a:noAutofit/>
          </a:bodyPr>
          <a:lstStyle>
            <a:lvl1pPr indent="-228600" lvl="0" marL="457200" marR="0" rtl="0" algn="l">
              <a:lnSpc>
                <a:spcPct val="93000"/>
              </a:lnSpc>
              <a:spcBef>
                <a:spcPts val="1065"/>
              </a:spcBef>
              <a:spcAft>
                <a:spcPts val="0"/>
              </a:spcAft>
              <a:buClr>
                <a:srgbClr val="000000"/>
              </a:buClr>
              <a:buSzPts val="2400"/>
              <a:buFont typeface="Times New Roman"/>
              <a:buNone/>
              <a:defRPr b="0" i="0" sz="2400" u="none" cap="none" strike="noStrike">
                <a:solidFill>
                  <a:srgbClr val="009BDD"/>
                </a:solidFill>
                <a:latin typeface="Arial"/>
                <a:ea typeface="Arial"/>
                <a:cs typeface="Arial"/>
                <a:sym typeface="Arial"/>
              </a:defRPr>
            </a:lvl1pPr>
            <a:lvl2pPr indent="-228600" lvl="1" marL="914400" marR="0" rtl="0" algn="l">
              <a:lnSpc>
                <a:spcPct val="93000"/>
              </a:lnSpc>
              <a:spcBef>
                <a:spcPts val="850"/>
              </a:spcBef>
              <a:spcAft>
                <a:spcPts val="0"/>
              </a:spcAft>
              <a:buClr>
                <a:srgbClr val="000000"/>
              </a:buClr>
              <a:buSzPts val="2100"/>
              <a:buFont typeface="Times New Roman"/>
              <a:buNone/>
              <a:defRPr b="0" i="0" sz="2100" u="none" cap="none" strike="noStrike">
                <a:solidFill>
                  <a:srgbClr val="009BDD"/>
                </a:solidFill>
                <a:latin typeface="Arial"/>
                <a:ea typeface="Arial"/>
                <a:cs typeface="Arial"/>
                <a:sym typeface="Arial"/>
              </a:defRPr>
            </a:lvl2pPr>
            <a:lvl3pPr indent="-228600" lvl="2" marL="1371600" marR="0" rtl="0" algn="l">
              <a:lnSpc>
                <a:spcPct val="93000"/>
              </a:lnSpc>
              <a:spcBef>
                <a:spcPts val="640"/>
              </a:spcBef>
              <a:spcAft>
                <a:spcPts val="0"/>
              </a:spcAft>
              <a:buClr>
                <a:srgbClr val="000000"/>
              </a:buClr>
              <a:buSzPts val="1800"/>
              <a:buFont typeface="Times New Roman"/>
              <a:buNone/>
              <a:defRPr b="0" i="0" sz="1800" u="none" cap="none" strike="noStrike">
                <a:solidFill>
                  <a:srgbClr val="009BDD"/>
                </a:solidFill>
                <a:latin typeface="Arial"/>
                <a:ea typeface="Arial"/>
                <a:cs typeface="Arial"/>
                <a:sym typeface="Arial"/>
              </a:defRPr>
            </a:lvl3pPr>
            <a:lvl4pPr indent="-228600" lvl="3" marL="1828800" marR="0" rtl="0" algn="l">
              <a:lnSpc>
                <a:spcPct val="93000"/>
              </a:lnSpc>
              <a:spcBef>
                <a:spcPts val="425"/>
              </a:spcBef>
              <a:spcAft>
                <a:spcPts val="0"/>
              </a:spcAft>
              <a:buClr>
                <a:srgbClr val="000000"/>
              </a:buClr>
              <a:buSzPts val="1500"/>
              <a:buFont typeface="Times New Roman"/>
              <a:buNone/>
              <a:defRPr b="0" i="0" sz="1500" u="none" cap="none" strike="noStrike">
                <a:solidFill>
                  <a:srgbClr val="009BDD"/>
                </a:solidFill>
                <a:latin typeface="Arial"/>
                <a:ea typeface="Arial"/>
                <a:cs typeface="Arial"/>
                <a:sym typeface="Arial"/>
              </a:defRPr>
            </a:lvl4pPr>
            <a:lvl5pPr indent="-228600" lvl="4" marL="2286000" marR="0" rtl="0" algn="l">
              <a:lnSpc>
                <a:spcPct val="93000"/>
              </a:lnSpc>
              <a:spcBef>
                <a:spcPts val="215"/>
              </a:spcBef>
              <a:spcAft>
                <a:spcPts val="0"/>
              </a:spcAft>
              <a:buClr>
                <a:srgbClr val="000000"/>
              </a:buClr>
              <a:buSzPts val="2000"/>
              <a:buFont typeface="Times New Roman"/>
              <a:buNone/>
              <a:defRPr b="0" i="0" sz="2000" u="none" cap="none" strike="noStrike">
                <a:solidFill>
                  <a:srgbClr val="009BDD"/>
                </a:solidFill>
                <a:latin typeface="Arial"/>
                <a:ea typeface="Arial"/>
                <a:cs typeface="Arial"/>
                <a:sym typeface="Arial"/>
              </a:defRPr>
            </a:lvl5pPr>
            <a:lvl6pPr indent="-228600" lvl="5" marL="2743200" marR="0" rtl="0" algn="l">
              <a:lnSpc>
                <a:spcPct val="93000"/>
              </a:lnSpc>
              <a:spcBef>
                <a:spcPts val="215"/>
              </a:spcBef>
              <a:spcAft>
                <a:spcPts val="0"/>
              </a:spcAft>
              <a:buClr>
                <a:srgbClr val="000000"/>
              </a:buClr>
              <a:buSzPts val="2000"/>
              <a:buFont typeface="Times New Roman"/>
              <a:buNone/>
              <a:defRPr b="0" i="0" sz="2000" u="none" cap="none" strike="noStrike">
                <a:solidFill>
                  <a:srgbClr val="009BDD"/>
                </a:solidFill>
                <a:latin typeface="Arial"/>
                <a:ea typeface="Arial"/>
                <a:cs typeface="Arial"/>
                <a:sym typeface="Arial"/>
              </a:defRPr>
            </a:lvl6pPr>
            <a:lvl7pPr indent="-228600" lvl="6" marL="3200400" marR="0" rtl="0" algn="l">
              <a:lnSpc>
                <a:spcPct val="93000"/>
              </a:lnSpc>
              <a:spcBef>
                <a:spcPts val="215"/>
              </a:spcBef>
              <a:spcAft>
                <a:spcPts val="0"/>
              </a:spcAft>
              <a:buClr>
                <a:srgbClr val="000000"/>
              </a:buClr>
              <a:buSzPts val="2000"/>
              <a:buFont typeface="Times New Roman"/>
              <a:buNone/>
              <a:defRPr b="0" i="0" sz="2000" u="none" cap="none" strike="noStrike">
                <a:solidFill>
                  <a:srgbClr val="009BDD"/>
                </a:solidFill>
                <a:latin typeface="Arial"/>
                <a:ea typeface="Arial"/>
                <a:cs typeface="Arial"/>
                <a:sym typeface="Arial"/>
              </a:defRPr>
            </a:lvl7pPr>
            <a:lvl8pPr indent="-228600" lvl="7" marL="3657600" marR="0" rtl="0" algn="l">
              <a:lnSpc>
                <a:spcPct val="93000"/>
              </a:lnSpc>
              <a:spcBef>
                <a:spcPts val="215"/>
              </a:spcBef>
              <a:spcAft>
                <a:spcPts val="0"/>
              </a:spcAft>
              <a:buClr>
                <a:srgbClr val="000000"/>
              </a:buClr>
              <a:buSzPts val="2000"/>
              <a:buFont typeface="Times New Roman"/>
              <a:buNone/>
              <a:defRPr b="0" i="0" sz="2000" u="none" cap="none" strike="noStrike">
                <a:solidFill>
                  <a:srgbClr val="009BDD"/>
                </a:solidFill>
                <a:latin typeface="Arial"/>
                <a:ea typeface="Arial"/>
                <a:cs typeface="Arial"/>
                <a:sym typeface="Arial"/>
              </a:defRPr>
            </a:lvl8pPr>
            <a:lvl9pPr indent="-228600" lvl="8" marL="4114800" marR="0" rtl="0" algn="l">
              <a:lnSpc>
                <a:spcPct val="93000"/>
              </a:lnSpc>
              <a:spcBef>
                <a:spcPts val="215"/>
              </a:spcBef>
              <a:spcAft>
                <a:spcPts val="0"/>
              </a:spcAft>
              <a:buClr>
                <a:srgbClr val="000000"/>
              </a:buClr>
              <a:buSzPts val="2000"/>
              <a:buFont typeface="Times New Roman"/>
              <a:buNone/>
              <a:defRPr b="0" i="0" sz="2000" u="none" cap="none" strike="noStrike">
                <a:solidFill>
                  <a:srgbClr val="009BDD"/>
                </a:solidFill>
                <a:latin typeface="Arial"/>
                <a:ea typeface="Arial"/>
                <a:cs typeface="Arial"/>
                <a:sym typeface="Arial"/>
              </a:defRPr>
            </a:lvl9pPr>
          </a:lstStyle>
          <a:p/>
        </p:txBody>
      </p:sp>
      <p:sp>
        <p:nvSpPr>
          <p:cNvPr id="14" name="Google Shape;14;p20"/>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marR="0" rtl="0" algn="l">
              <a:lnSpc>
                <a:spcPct val="93000"/>
              </a:lnSpc>
              <a:spcBef>
                <a:spcPts val="0"/>
              </a:spcBef>
              <a:spcAft>
                <a:spcPts val="0"/>
              </a:spcAft>
              <a:buSzPts val="1400"/>
              <a:buNone/>
              <a:defRPr b="0" i="0" sz="1800" u="none">
                <a:solidFill>
                  <a:srgbClr val="000000"/>
                </a:solidFill>
                <a:latin typeface="Arial"/>
                <a:ea typeface="Arial"/>
                <a:cs typeface="Arial"/>
                <a:sym typeface="Arial"/>
              </a:defRPr>
            </a:lvl1pPr>
            <a:lvl2pPr lvl="1"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15" name="Google Shape;15;p20"/>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marR="0" rtl="0" algn="l">
              <a:lnSpc>
                <a:spcPct val="93000"/>
              </a:lnSpc>
              <a:spcBef>
                <a:spcPts val="0"/>
              </a:spcBef>
              <a:spcAft>
                <a:spcPts val="0"/>
              </a:spcAft>
              <a:buSzPts val="1400"/>
              <a:buNone/>
              <a:defRPr b="0" i="0" sz="1800" u="none">
                <a:solidFill>
                  <a:srgbClr val="000000"/>
                </a:solidFill>
                <a:latin typeface="Arial"/>
                <a:ea typeface="Arial"/>
                <a:cs typeface="Arial"/>
                <a:sym typeface="Arial"/>
              </a:defRPr>
            </a:lvl1pPr>
            <a:lvl2pPr lvl="1"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16" name="Google Shape;16;p20"/>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 name="Shape 86"/>
        <p:cNvGrpSpPr/>
        <p:nvPr/>
      </p:nvGrpSpPr>
      <p:grpSpPr>
        <a:xfrm>
          <a:off x="0" y="0"/>
          <a:ext cx="0" cy="0"/>
          <a:chOff x="0" y="0"/>
          <a:chExt cx="0" cy="0"/>
        </a:xfrm>
      </p:grpSpPr>
      <p:sp>
        <p:nvSpPr>
          <p:cNvPr id="87" name="Google Shape;87;p24"/>
          <p:cNvSpPr txBox="1"/>
          <p:nvPr/>
        </p:nvSpPr>
        <p:spPr>
          <a:xfrm>
            <a:off x="0" y="0"/>
            <a:ext cx="10077450" cy="720725"/>
          </a:xfrm>
          <a:prstGeom prst="rect">
            <a:avLst/>
          </a:prstGeom>
          <a:gradFill>
            <a:gsLst>
              <a:gs pos="0">
                <a:srgbClr val="77CAEE"/>
              </a:gs>
              <a:gs pos="100000">
                <a:srgbClr val="009BDD"/>
              </a:gs>
            </a:gsLst>
            <a:lin ang="5400000" scaled="0"/>
          </a:gradFill>
          <a:ln>
            <a:noFill/>
          </a:ln>
          <a:effectLst>
            <a:outerShdw blurRad="63500" dir="5400000" dist="10800">
              <a:srgbClr val="009BDD"/>
            </a:outerShdw>
          </a:effectLst>
        </p:spPr>
        <p:txBody>
          <a:bodyPr anchorCtr="0" anchor="t"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88" name="Google Shape;88;p24"/>
          <p:cNvSpPr txBox="1"/>
          <p:nvPr/>
        </p:nvSpPr>
        <p:spPr>
          <a:xfrm>
            <a:off x="3175" y="5040312"/>
            <a:ext cx="10077450" cy="631825"/>
          </a:xfrm>
          <a:prstGeom prst="rect">
            <a:avLst/>
          </a:prstGeom>
          <a:gradFill>
            <a:gsLst>
              <a:gs pos="0">
                <a:srgbClr val="77CAEE"/>
              </a:gs>
              <a:gs pos="100000">
                <a:srgbClr val="009BDD"/>
              </a:gs>
            </a:gsLst>
            <a:lin ang="5400000" scaled="0"/>
          </a:gradFill>
          <a:ln>
            <a:noFill/>
          </a:ln>
          <a:effectLst>
            <a:outerShdw blurRad="63500" dir="5400000" dist="10800">
              <a:srgbClr val="009BDD"/>
            </a:outerShdw>
          </a:effectLst>
        </p:spPr>
        <p:txBody>
          <a:bodyPr anchorCtr="0" anchor="t"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89" name="Google Shape;89;p24"/>
          <p:cNvSpPr txBox="1"/>
          <p:nvPr>
            <p:ph type="title"/>
          </p:nvPr>
        </p:nvSpPr>
        <p:spPr>
          <a:xfrm>
            <a:off x="360362" y="179387"/>
            <a:ext cx="9358312" cy="476250"/>
          </a:xfrm>
          <a:prstGeom prst="rect">
            <a:avLst/>
          </a:prstGeom>
          <a:noFill/>
          <a:ln>
            <a:noFill/>
          </a:ln>
        </p:spPr>
        <p:txBody>
          <a:bodyPr anchorCtr="0" anchor="ctr" bIns="0" lIns="0" spcFirstLastPara="1" rIns="0" wrap="square" tIns="0">
            <a:noAutofit/>
          </a:bodyPr>
          <a:lstStyle>
            <a:lvl1pPr lvl="0" marR="0" rtl="0" algn="ctr">
              <a:lnSpc>
                <a:spcPct val="93000"/>
              </a:lnSpc>
              <a:spcBef>
                <a:spcPts val="0"/>
              </a:spcBef>
              <a:spcAft>
                <a:spcPts val="0"/>
              </a:spcAft>
              <a:buClr>
                <a:srgbClr val="000000"/>
              </a:buClr>
              <a:buSzPts val="3300"/>
              <a:buFont typeface="Times New Roman"/>
              <a:buNone/>
              <a:defRPr b="0" i="0" sz="3300" u="none" cap="none" strike="noStrike">
                <a:solidFill>
                  <a:srgbClr val="FFFFFF"/>
                </a:solidFill>
                <a:latin typeface="Arial"/>
                <a:ea typeface="Arial"/>
                <a:cs typeface="Arial"/>
                <a:sym typeface="Arial"/>
              </a:defRPr>
            </a:lvl1pPr>
            <a:lvl2pPr lvl="1" marR="0" rtl="0" algn="ctr">
              <a:lnSpc>
                <a:spcPct val="93000"/>
              </a:lnSpc>
              <a:spcBef>
                <a:spcPts val="0"/>
              </a:spcBef>
              <a:spcAft>
                <a:spcPts val="0"/>
              </a:spcAft>
              <a:buClr>
                <a:srgbClr val="000000"/>
              </a:buClr>
              <a:buSzPts val="3300"/>
              <a:buFont typeface="Times New Roman"/>
              <a:buNone/>
              <a:defRPr b="0" i="0" sz="3300" u="none" cap="none" strike="noStrike">
                <a:solidFill>
                  <a:srgbClr val="FFFFFF"/>
                </a:solidFill>
                <a:latin typeface="Arial"/>
                <a:ea typeface="Arial"/>
                <a:cs typeface="Arial"/>
                <a:sym typeface="Arial"/>
              </a:defRPr>
            </a:lvl2pPr>
            <a:lvl3pPr lvl="2" marR="0" rtl="0" algn="ctr">
              <a:lnSpc>
                <a:spcPct val="93000"/>
              </a:lnSpc>
              <a:spcBef>
                <a:spcPts val="0"/>
              </a:spcBef>
              <a:spcAft>
                <a:spcPts val="0"/>
              </a:spcAft>
              <a:buClr>
                <a:srgbClr val="000000"/>
              </a:buClr>
              <a:buSzPts val="3300"/>
              <a:buFont typeface="Times New Roman"/>
              <a:buNone/>
              <a:defRPr b="0" i="0" sz="3300" u="none" cap="none" strike="noStrike">
                <a:solidFill>
                  <a:srgbClr val="FFFFFF"/>
                </a:solidFill>
                <a:latin typeface="Arial"/>
                <a:ea typeface="Arial"/>
                <a:cs typeface="Arial"/>
                <a:sym typeface="Arial"/>
              </a:defRPr>
            </a:lvl3pPr>
            <a:lvl4pPr lvl="3" marR="0" rtl="0" algn="ctr">
              <a:lnSpc>
                <a:spcPct val="93000"/>
              </a:lnSpc>
              <a:spcBef>
                <a:spcPts val="0"/>
              </a:spcBef>
              <a:spcAft>
                <a:spcPts val="0"/>
              </a:spcAft>
              <a:buClr>
                <a:srgbClr val="000000"/>
              </a:buClr>
              <a:buSzPts val="3300"/>
              <a:buFont typeface="Times New Roman"/>
              <a:buNone/>
              <a:defRPr b="0" i="0" sz="3300" u="none" cap="none" strike="noStrike">
                <a:solidFill>
                  <a:srgbClr val="FFFFFF"/>
                </a:solidFill>
                <a:latin typeface="Arial"/>
                <a:ea typeface="Arial"/>
                <a:cs typeface="Arial"/>
                <a:sym typeface="Arial"/>
              </a:defRPr>
            </a:lvl4pPr>
            <a:lvl5pPr lvl="4" marR="0" rtl="0" algn="ctr">
              <a:lnSpc>
                <a:spcPct val="93000"/>
              </a:lnSpc>
              <a:spcBef>
                <a:spcPts val="0"/>
              </a:spcBef>
              <a:spcAft>
                <a:spcPts val="0"/>
              </a:spcAft>
              <a:buClr>
                <a:srgbClr val="000000"/>
              </a:buClr>
              <a:buSzPts val="3300"/>
              <a:buFont typeface="Times New Roman"/>
              <a:buNone/>
              <a:defRPr b="0" i="0" sz="3300" u="none" cap="none" strike="noStrike">
                <a:solidFill>
                  <a:srgbClr val="FFFFFF"/>
                </a:solidFill>
                <a:latin typeface="Arial"/>
                <a:ea typeface="Arial"/>
                <a:cs typeface="Arial"/>
                <a:sym typeface="Arial"/>
              </a:defRPr>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0" name="Google Shape;90;p24"/>
          <p:cNvSpPr txBox="1"/>
          <p:nvPr>
            <p:ph idx="1" type="body"/>
          </p:nvPr>
        </p:nvSpPr>
        <p:spPr>
          <a:xfrm>
            <a:off x="360362" y="1079500"/>
            <a:ext cx="9358312" cy="3598862"/>
          </a:xfrm>
          <a:prstGeom prst="rect">
            <a:avLst/>
          </a:prstGeom>
          <a:noFill/>
          <a:ln>
            <a:noFill/>
          </a:ln>
        </p:spPr>
        <p:txBody>
          <a:bodyPr anchorCtr="0" anchor="t" bIns="0" lIns="0" spcFirstLastPara="1" rIns="0" wrap="square" tIns="21150">
            <a:noAutofit/>
          </a:bodyPr>
          <a:lstStyle>
            <a:lvl1pPr indent="-228600" lvl="0" marL="457200" marR="0" rtl="0" algn="l">
              <a:lnSpc>
                <a:spcPct val="93000"/>
              </a:lnSpc>
              <a:spcBef>
                <a:spcPts val="1065"/>
              </a:spcBef>
              <a:spcAft>
                <a:spcPts val="0"/>
              </a:spcAft>
              <a:buClr>
                <a:srgbClr val="000000"/>
              </a:buClr>
              <a:buSzPts val="2400"/>
              <a:buFont typeface="Times New Roman"/>
              <a:buNone/>
              <a:defRPr b="0" i="0" sz="2400" u="none" cap="none" strike="noStrike">
                <a:solidFill>
                  <a:srgbClr val="009BDD"/>
                </a:solidFill>
                <a:latin typeface="Arial"/>
                <a:ea typeface="Arial"/>
                <a:cs typeface="Arial"/>
                <a:sym typeface="Arial"/>
              </a:defRPr>
            </a:lvl1pPr>
            <a:lvl2pPr indent="-228600" lvl="1" marL="914400" marR="0" rtl="0" algn="l">
              <a:lnSpc>
                <a:spcPct val="93000"/>
              </a:lnSpc>
              <a:spcBef>
                <a:spcPts val="850"/>
              </a:spcBef>
              <a:spcAft>
                <a:spcPts val="0"/>
              </a:spcAft>
              <a:buClr>
                <a:srgbClr val="000000"/>
              </a:buClr>
              <a:buSzPts val="2100"/>
              <a:buFont typeface="Times New Roman"/>
              <a:buNone/>
              <a:defRPr b="0" i="0" sz="2100" u="none" cap="none" strike="noStrike">
                <a:solidFill>
                  <a:srgbClr val="009BDD"/>
                </a:solidFill>
                <a:latin typeface="Arial"/>
                <a:ea typeface="Arial"/>
                <a:cs typeface="Arial"/>
                <a:sym typeface="Arial"/>
              </a:defRPr>
            </a:lvl2pPr>
            <a:lvl3pPr indent="-228600" lvl="2" marL="1371600" marR="0" rtl="0" algn="l">
              <a:lnSpc>
                <a:spcPct val="93000"/>
              </a:lnSpc>
              <a:spcBef>
                <a:spcPts val="640"/>
              </a:spcBef>
              <a:spcAft>
                <a:spcPts val="0"/>
              </a:spcAft>
              <a:buClr>
                <a:srgbClr val="000000"/>
              </a:buClr>
              <a:buSzPts val="1800"/>
              <a:buFont typeface="Times New Roman"/>
              <a:buNone/>
              <a:defRPr b="0" i="0" sz="1800" u="none" cap="none" strike="noStrike">
                <a:solidFill>
                  <a:srgbClr val="009BDD"/>
                </a:solidFill>
                <a:latin typeface="Arial"/>
                <a:ea typeface="Arial"/>
                <a:cs typeface="Arial"/>
                <a:sym typeface="Arial"/>
              </a:defRPr>
            </a:lvl3pPr>
            <a:lvl4pPr indent="-228600" lvl="3" marL="1828800" marR="0" rtl="0" algn="l">
              <a:lnSpc>
                <a:spcPct val="93000"/>
              </a:lnSpc>
              <a:spcBef>
                <a:spcPts val="425"/>
              </a:spcBef>
              <a:spcAft>
                <a:spcPts val="0"/>
              </a:spcAft>
              <a:buClr>
                <a:srgbClr val="000000"/>
              </a:buClr>
              <a:buSzPts val="1500"/>
              <a:buFont typeface="Times New Roman"/>
              <a:buNone/>
              <a:defRPr b="0" i="0" sz="1500" u="none" cap="none" strike="noStrike">
                <a:solidFill>
                  <a:srgbClr val="009BDD"/>
                </a:solidFill>
                <a:latin typeface="Arial"/>
                <a:ea typeface="Arial"/>
                <a:cs typeface="Arial"/>
                <a:sym typeface="Arial"/>
              </a:defRPr>
            </a:lvl4pPr>
            <a:lvl5pPr indent="-228600" lvl="4" marL="2286000" marR="0" rtl="0" algn="l">
              <a:lnSpc>
                <a:spcPct val="93000"/>
              </a:lnSpc>
              <a:spcBef>
                <a:spcPts val="215"/>
              </a:spcBef>
              <a:spcAft>
                <a:spcPts val="0"/>
              </a:spcAft>
              <a:buClr>
                <a:srgbClr val="000000"/>
              </a:buClr>
              <a:buSzPts val="2000"/>
              <a:buFont typeface="Times New Roman"/>
              <a:buNone/>
              <a:defRPr b="0" i="0" sz="2000" u="none" cap="none" strike="noStrike">
                <a:solidFill>
                  <a:srgbClr val="009BDD"/>
                </a:solidFill>
                <a:latin typeface="Arial"/>
                <a:ea typeface="Arial"/>
                <a:cs typeface="Arial"/>
                <a:sym typeface="Arial"/>
              </a:defRPr>
            </a:lvl5pPr>
            <a:lvl6pPr indent="-228600" lvl="5" marL="2743200" marR="0" rtl="0" algn="l">
              <a:lnSpc>
                <a:spcPct val="93000"/>
              </a:lnSpc>
              <a:spcBef>
                <a:spcPts val="215"/>
              </a:spcBef>
              <a:spcAft>
                <a:spcPts val="0"/>
              </a:spcAft>
              <a:buClr>
                <a:srgbClr val="000000"/>
              </a:buClr>
              <a:buSzPts val="2000"/>
              <a:buFont typeface="Times New Roman"/>
              <a:buNone/>
              <a:defRPr b="0" i="0" sz="2000" u="none" cap="none" strike="noStrike">
                <a:solidFill>
                  <a:srgbClr val="009BDD"/>
                </a:solidFill>
                <a:latin typeface="Arial"/>
                <a:ea typeface="Arial"/>
                <a:cs typeface="Arial"/>
                <a:sym typeface="Arial"/>
              </a:defRPr>
            </a:lvl6pPr>
            <a:lvl7pPr indent="-228600" lvl="6" marL="3200400" marR="0" rtl="0" algn="l">
              <a:lnSpc>
                <a:spcPct val="93000"/>
              </a:lnSpc>
              <a:spcBef>
                <a:spcPts val="215"/>
              </a:spcBef>
              <a:spcAft>
                <a:spcPts val="0"/>
              </a:spcAft>
              <a:buClr>
                <a:srgbClr val="000000"/>
              </a:buClr>
              <a:buSzPts val="2000"/>
              <a:buFont typeface="Times New Roman"/>
              <a:buNone/>
              <a:defRPr b="0" i="0" sz="2000" u="none" cap="none" strike="noStrike">
                <a:solidFill>
                  <a:srgbClr val="009BDD"/>
                </a:solidFill>
                <a:latin typeface="Arial"/>
                <a:ea typeface="Arial"/>
                <a:cs typeface="Arial"/>
                <a:sym typeface="Arial"/>
              </a:defRPr>
            </a:lvl7pPr>
            <a:lvl8pPr indent="-228600" lvl="7" marL="3657600" marR="0" rtl="0" algn="l">
              <a:lnSpc>
                <a:spcPct val="93000"/>
              </a:lnSpc>
              <a:spcBef>
                <a:spcPts val="215"/>
              </a:spcBef>
              <a:spcAft>
                <a:spcPts val="0"/>
              </a:spcAft>
              <a:buClr>
                <a:srgbClr val="000000"/>
              </a:buClr>
              <a:buSzPts val="2000"/>
              <a:buFont typeface="Times New Roman"/>
              <a:buNone/>
              <a:defRPr b="0" i="0" sz="2000" u="none" cap="none" strike="noStrike">
                <a:solidFill>
                  <a:srgbClr val="009BDD"/>
                </a:solidFill>
                <a:latin typeface="Arial"/>
                <a:ea typeface="Arial"/>
                <a:cs typeface="Arial"/>
                <a:sym typeface="Arial"/>
              </a:defRPr>
            </a:lvl8pPr>
            <a:lvl9pPr indent="-228600" lvl="8" marL="4114800" marR="0" rtl="0" algn="l">
              <a:lnSpc>
                <a:spcPct val="93000"/>
              </a:lnSpc>
              <a:spcBef>
                <a:spcPts val="215"/>
              </a:spcBef>
              <a:spcAft>
                <a:spcPts val="0"/>
              </a:spcAft>
              <a:buClr>
                <a:srgbClr val="000000"/>
              </a:buClr>
              <a:buSzPts val="2000"/>
              <a:buFont typeface="Times New Roman"/>
              <a:buNone/>
              <a:defRPr b="0" i="0" sz="2000" u="none" cap="none" strike="noStrike">
                <a:solidFill>
                  <a:srgbClr val="009BDD"/>
                </a:solidFill>
                <a:latin typeface="Arial"/>
                <a:ea typeface="Arial"/>
                <a:cs typeface="Arial"/>
                <a:sym typeface="Arial"/>
              </a:defRPr>
            </a:lvl9pPr>
          </a:lstStyle>
          <a:p/>
        </p:txBody>
      </p:sp>
      <p:sp>
        <p:nvSpPr>
          <p:cNvPr id="91" name="Google Shape;91;p24"/>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marR="0" rtl="0" algn="l">
              <a:lnSpc>
                <a:spcPct val="93000"/>
              </a:lnSpc>
              <a:spcBef>
                <a:spcPts val="0"/>
              </a:spcBef>
              <a:spcAft>
                <a:spcPts val="0"/>
              </a:spcAft>
              <a:buSzPts val="1400"/>
              <a:buNone/>
              <a:defRPr b="0" i="0" sz="1800" u="none">
                <a:solidFill>
                  <a:srgbClr val="000000"/>
                </a:solidFill>
                <a:latin typeface="Arial"/>
                <a:ea typeface="Arial"/>
                <a:cs typeface="Arial"/>
                <a:sym typeface="Arial"/>
              </a:defRPr>
            </a:lvl1pPr>
            <a:lvl2pPr lvl="1"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92" name="Google Shape;92;p24"/>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marR="0" rtl="0" algn="l">
              <a:lnSpc>
                <a:spcPct val="93000"/>
              </a:lnSpc>
              <a:spcBef>
                <a:spcPts val="0"/>
              </a:spcBef>
              <a:spcAft>
                <a:spcPts val="0"/>
              </a:spcAft>
              <a:buSzPts val="1400"/>
              <a:buNone/>
              <a:defRPr b="0" i="0" sz="1800" u="none">
                <a:solidFill>
                  <a:srgbClr val="000000"/>
                </a:solidFill>
                <a:latin typeface="Arial"/>
                <a:ea typeface="Arial"/>
                <a:cs typeface="Arial"/>
                <a:sym typeface="Arial"/>
              </a:defRPr>
            </a:lvl1pPr>
            <a:lvl2pPr lvl="1"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93" name="Google Shape;93;p24"/>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 name="Shape 163"/>
        <p:cNvGrpSpPr/>
        <p:nvPr/>
      </p:nvGrpSpPr>
      <p:grpSpPr>
        <a:xfrm>
          <a:off x="0" y="0"/>
          <a:ext cx="0" cy="0"/>
          <a:chOff x="0" y="0"/>
          <a:chExt cx="0" cy="0"/>
        </a:xfrm>
      </p:grpSpPr>
      <p:sp>
        <p:nvSpPr>
          <p:cNvPr id="164" name="Google Shape;164;p44"/>
          <p:cNvSpPr/>
          <p:nvPr/>
        </p:nvSpPr>
        <p:spPr>
          <a:xfrm rot="10800000">
            <a:off x="0" y="4500562"/>
            <a:ext cx="10080625" cy="1169987"/>
          </a:xfrm>
          <a:prstGeom prst="flowChartDocument">
            <a:avLst/>
          </a:prstGeom>
          <a:gradFill>
            <a:gsLst>
              <a:gs pos="0">
                <a:srgbClr val="77CAEE"/>
              </a:gs>
              <a:gs pos="100000">
                <a:srgbClr val="009BDD"/>
              </a:gs>
            </a:gsLst>
            <a:lin ang="5400000" scaled="0"/>
          </a:gradFill>
          <a:ln>
            <a:noFill/>
          </a:ln>
          <a:effectLst>
            <a:outerShdw blurRad="63500" dir="5400000" dist="10800">
              <a:srgbClr val="009BDD"/>
            </a:outerShdw>
          </a:effectLst>
        </p:spPr>
        <p:txBody>
          <a:bodyPr anchorCtr="0" anchor="t"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65" name="Google Shape;165;p44"/>
          <p:cNvSpPr txBox="1"/>
          <p:nvPr>
            <p:ph type="title"/>
          </p:nvPr>
        </p:nvSpPr>
        <p:spPr>
          <a:xfrm>
            <a:off x="0" y="1619250"/>
            <a:ext cx="8997950" cy="1077912"/>
          </a:xfrm>
          <a:prstGeom prst="rect">
            <a:avLst/>
          </a:prstGeom>
          <a:noFill/>
          <a:ln>
            <a:noFill/>
          </a:ln>
        </p:spPr>
        <p:txBody>
          <a:bodyPr anchorCtr="0" anchor="ctr" bIns="0" lIns="0" spcFirstLastPara="1" rIns="0" wrap="square" tIns="0">
            <a:noAutofit/>
          </a:bodyPr>
          <a:lstStyle>
            <a:lvl1pPr lvl="0" marR="0" rtl="0" algn="ctr">
              <a:lnSpc>
                <a:spcPct val="93000"/>
              </a:lnSpc>
              <a:spcBef>
                <a:spcPts val="0"/>
              </a:spcBef>
              <a:spcAft>
                <a:spcPts val="0"/>
              </a:spcAft>
              <a:buClr>
                <a:srgbClr val="000000"/>
              </a:buClr>
              <a:buSzPts val="3300"/>
              <a:buFont typeface="Times New Roman"/>
              <a:buNone/>
              <a:defRPr b="0" i="0" sz="3300" u="none" cap="none" strike="noStrike">
                <a:solidFill>
                  <a:srgbClr val="DD4100"/>
                </a:solidFill>
                <a:latin typeface="Arial"/>
                <a:ea typeface="Arial"/>
                <a:cs typeface="Arial"/>
                <a:sym typeface="Arial"/>
              </a:defRPr>
            </a:lvl1pPr>
            <a:lvl2pPr lvl="1" marR="0" rtl="0" algn="ctr">
              <a:lnSpc>
                <a:spcPct val="93000"/>
              </a:lnSpc>
              <a:spcBef>
                <a:spcPts val="0"/>
              </a:spcBef>
              <a:spcAft>
                <a:spcPts val="0"/>
              </a:spcAft>
              <a:buClr>
                <a:srgbClr val="000000"/>
              </a:buClr>
              <a:buSzPts val="3300"/>
              <a:buFont typeface="Times New Roman"/>
              <a:buNone/>
              <a:defRPr b="0" i="0" sz="3300" u="none" cap="none" strike="noStrike">
                <a:solidFill>
                  <a:srgbClr val="DD4100"/>
                </a:solidFill>
                <a:latin typeface="Arial"/>
                <a:ea typeface="Arial"/>
                <a:cs typeface="Arial"/>
                <a:sym typeface="Arial"/>
              </a:defRPr>
            </a:lvl2pPr>
            <a:lvl3pPr lvl="2" marR="0" rtl="0" algn="ctr">
              <a:lnSpc>
                <a:spcPct val="93000"/>
              </a:lnSpc>
              <a:spcBef>
                <a:spcPts val="0"/>
              </a:spcBef>
              <a:spcAft>
                <a:spcPts val="0"/>
              </a:spcAft>
              <a:buClr>
                <a:srgbClr val="000000"/>
              </a:buClr>
              <a:buSzPts val="3300"/>
              <a:buFont typeface="Times New Roman"/>
              <a:buNone/>
              <a:defRPr b="0" i="0" sz="3300" u="none" cap="none" strike="noStrike">
                <a:solidFill>
                  <a:srgbClr val="DD4100"/>
                </a:solidFill>
                <a:latin typeface="Arial"/>
                <a:ea typeface="Arial"/>
                <a:cs typeface="Arial"/>
                <a:sym typeface="Arial"/>
              </a:defRPr>
            </a:lvl3pPr>
            <a:lvl4pPr lvl="3" marR="0" rtl="0" algn="ctr">
              <a:lnSpc>
                <a:spcPct val="93000"/>
              </a:lnSpc>
              <a:spcBef>
                <a:spcPts val="0"/>
              </a:spcBef>
              <a:spcAft>
                <a:spcPts val="0"/>
              </a:spcAft>
              <a:buClr>
                <a:srgbClr val="000000"/>
              </a:buClr>
              <a:buSzPts val="3300"/>
              <a:buFont typeface="Times New Roman"/>
              <a:buNone/>
              <a:defRPr b="0" i="0" sz="3300" u="none" cap="none" strike="noStrike">
                <a:solidFill>
                  <a:srgbClr val="DD4100"/>
                </a:solidFill>
                <a:latin typeface="Arial"/>
                <a:ea typeface="Arial"/>
                <a:cs typeface="Arial"/>
                <a:sym typeface="Arial"/>
              </a:defRPr>
            </a:lvl4pPr>
            <a:lvl5pPr lvl="4" marR="0" rtl="0" algn="ctr">
              <a:lnSpc>
                <a:spcPct val="93000"/>
              </a:lnSpc>
              <a:spcBef>
                <a:spcPts val="0"/>
              </a:spcBef>
              <a:spcAft>
                <a:spcPts val="0"/>
              </a:spcAft>
              <a:buClr>
                <a:srgbClr val="000000"/>
              </a:buClr>
              <a:buSzPts val="3300"/>
              <a:buFont typeface="Times New Roman"/>
              <a:buNone/>
              <a:defRPr b="0" i="0" sz="3300" u="none" cap="none" strike="noStrike">
                <a:solidFill>
                  <a:srgbClr val="DD4100"/>
                </a:solidFill>
                <a:latin typeface="Arial"/>
                <a:ea typeface="Arial"/>
                <a:cs typeface="Arial"/>
                <a:sym typeface="Arial"/>
              </a:defRPr>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6" name="Google Shape;166;p44"/>
          <p:cNvSpPr txBox="1"/>
          <p:nvPr>
            <p:ph idx="1" type="body"/>
          </p:nvPr>
        </p:nvSpPr>
        <p:spPr>
          <a:xfrm>
            <a:off x="360362" y="2879725"/>
            <a:ext cx="9358312" cy="1617662"/>
          </a:xfrm>
          <a:prstGeom prst="rect">
            <a:avLst/>
          </a:prstGeom>
          <a:noFill/>
          <a:ln>
            <a:noFill/>
          </a:ln>
        </p:spPr>
        <p:txBody>
          <a:bodyPr anchorCtr="0" anchor="t" bIns="0" lIns="0" spcFirstLastPara="1" rIns="0" wrap="square" tIns="21150">
            <a:noAutofit/>
          </a:bodyPr>
          <a:lstStyle>
            <a:lvl1pPr indent="-228600" lvl="0" marL="457200" marR="0" rtl="0" algn="l">
              <a:lnSpc>
                <a:spcPct val="93000"/>
              </a:lnSpc>
              <a:spcBef>
                <a:spcPts val="1065"/>
              </a:spcBef>
              <a:spcAft>
                <a:spcPts val="0"/>
              </a:spcAft>
              <a:buClr>
                <a:srgbClr val="000000"/>
              </a:buClr>
              <a:buSzPts val="2400"/>
              <a:buFont typeface="Times New Roman"/>
              <a:buNone/>
              <a:defRPr b="0" i="0" sz="2400" u="none" cap="none" strike="noStrike">
                <a:solidFill>
                  <a:srgbClr val="009BDD"/>
                </a:solidFill>
                <a:latin typeface="Arial"/>
                <a:ea typeface="Arial"/>
                <a:cs typeface="Arial"/>
                <a:sym typeface="Arial"/>
              </a:defRPr>
            </a:lvl1pPr>
            <a:lvl2pPr indent="-228600" lvl="1" marL="914400" marR="0" rtl="0" algn="l">
              <a:lnSpc>
                <a:spcPct val="93000"/>
              </a:lnSpc>
              <a:spcBef>
                <a:spcPts val="850"/>
              </a:spcBef>
              <a:spcAft>
                <a:spcPts val="0"/>
              </a:spcAft>
              <a:buClr>
                <a:srgbClr val="000000"/>
              </a:buClr>
              <a:buSzPts val="2100"/>
              <a:buFont typeface="Times New Roman"/>
              <a:buNone/>
              <a:defRPr b="0" i="0" sz="2100" u="none" cap="none" strike="noStrike">
                <a:solidFill>
                  <a:srgbClr val="009BDD"/>
                </a:solidFill>
                <a:latin typeface="Arial"/>
                <a:ea typeface="Arial"/>
                <a:cs typeface="Arial"/>
                <a:sym typeface="Arial"/>
              </a:defRPr>
            </a:lvl2pPr>
            <a:lvl3pPr indent="-228600" lvl="2" marL="1371600" marR="0" rtl="0" algn="l">
              <a:lnSpc>
                <a:spcPct val="93000"/>
              </a:lnSpc>
              <a:spcBef>
                <a:spcPts val="640"/>
              </a:spcBef>
              <a:spcAft>
                <a:spcPts val="0"/>
              </a:spcAft>
              <a:buClr>
                <a:srgbClr val="000000"/>
              </a:buClr>
              <a:buSzPts val="1800"/>
              <a:buFont typeface="Times New Roman"/>
              <a:buNone/>
              <a:defRPr b="0" i="0" sz="1800" u="none" cap="none" strike="noStrike">
                <a:solidFill>
                  <a:srgbClr val="009BDD"/>
                </a:solidFill>
                <a:latin typeface="Arial"/>
                <a:ea typeface="Arial"/>
                <a:cs typeface="Arial"/>
                <a:sym typeface="Arial"/>
              </a:defRPr>
            </a:lvl3pPr>
            <a:lvl4pPr indent="-228600" lvl="3" marL="1828800" marR="0" rtl="0" algn="l">
              <a:lnSpc>
                <a:spcPct val="93000"/>
              </a:lnSpc>
              <a:spcBef>
                <a:spcPts val="425"/>
              </a:spcBef>
              <a:spcAft>
                <a:spcPts val="0"/>
              </a:spcAft>
              <a:buClr>
                <a:srgbClr val="000000"/>
              </a:buClr>
              <a:buSzPts val="1500"/>
              <a:buFont typeface="Times New Roman"/>
              <a:buNone/>
              <a:defRPr b="0" i="0" sz="1500" u="none" cap="none" strike="noStrike">
                <a:solidFill>
                  <a:srgbClr val="009BDD"/>
                </a:solidFill>
                <a:latin typeface="Arial"/>
                <a:ea typeface="Arial"/>
                <a:cs typeface="Arial"/>
                <a:sym typeface="Arial"/>
              </a:defRPr>
            </a:lvl4pPr>
            <a:lvl5pPr indent="-228600" lvl="4" marL="2286000" marR="0" rtl="0" algn="l">
              <a:lnSpc>
                <a:spcPct val="93000"/>
              </a:lnSpc>
              <a:spcBef>
                <a:spcPts val="215"/>
              </a:spcBef>
              <a:spcAft>
                <a:spcPts val="0"/>
              </a:spcAft>
              <a:buClr>
                <a:srgbClr val="000000"/>
              </a:buClr>
              <a:buSzPts val="2000"/>
              <a:buFont typeface="Times New Roman"/>
              <a:buNone/>
              <a:defRPr b="0" i="0" sz="2000" u="none" cap="none" strike="noStrike">
                <a:solidFill>
                  <a:srgbClr val="009BDD"/>
                </a:solidFill>
                <a:latin typeface="Arial"/>
                <a:ea typeface="Arial"/>
                <a:cs typeface="Arial"/>
                <a:sym typeface="Arial"/>
              </a:defRPr>
            </a:lvl5pPr>
            <a:lvl6pPr indent="-228600" lvl="5" marL="2743200" marR="0" rtl="0" algn="l">
              <a:lnSpc>
                <a:spcPct val="93000"/>
              </a:lnSpc>
              <a:spcBef>
                <a:spcPts val="215"/>
              </a:spcBef>
              <a:spcAft>
                <a:spcPts val="0"/>
              </a:spcAft>
              <a:buClr>
                <a:srgbClr val="000000"/>
              </a:buClr>
              <a:buSzPts val="2000"/>
              <a:buFont typeface="Times New Roman"/>
              <a:buNone/>
              <a:defRPr b="0" i="0" sz="2000" u="none" cap="none" strike="noStrike">
                <a:solidFill>
                  <a:srgbClr val="009BDD"/>
                </a:solidFill>
                <a:latin typeface="Arial"/>
                <a:ea typeface="Arial"/>
                <a:cs typeface="Arial"/>
                <a:sym typeface="Arial"/>
              </a:defRPr>
            </a:lvl6pPr>
            <a:lvl7pPr indent="-228600" lvl="6" marL="3200400" marR="0" rtl="0" algn="l">
              <a:lnSpc>
                <a:spcPct val="93000"/>
              </a:lnSpc>
              <a:spcBef>
                <a:spcPts val="215"/>
              </a:spcBef>
              <a:spcAft>
                <a:spcPts val="0"/>
              </a:spcAft>
              <a:buClr>
                <a:srgbClr val="000000"/>
              </a:buClr>
              <a:buSzPts val="2000"/>
              <a:buFont typeface="Times New Roman"/>
              <a:buNone/>
              <a:defRPr b="0" i="0" sz="2000" u="none" cap="none" strike="noStrike">
                <a:solidFill>
                  <a:srgbClr val="009BDD"/>
                </a:solidFill>
                <a:latin typeface="Arial"/>
                <a:ea typeface="Arial"/>
                <a:cs typeface="Arial"/>
                <a:sym typeface="Arial"/>
              </a:defRPr>
            </a:lvl7pPr>
            <a:lvl8pPr indent="-228600" lvl="7" marL="3657600" marR="0" rtl="0" algn="l">
              <a:lnSpc>
                <a:spcPct val="93000"/>
              </a:lnSpc>
              <a:spcBef>
                <a:spcPts val="215"/>
              </a:spcBef>
              <a:spcAft>
                <a:spcPts val="0"/>
              </a:spcAft>
              <a:buClr>
                <a:srgbClr val="000000"/>
              </a:buClr>
              <a:buSzPts val="2000"/>
              <a:buFont typeface="Times New Roman"/>
              <a:buNone/>
              <a:defRPr b="0" i="0" sz="2000" u="none" cap="none" strike="noStrike">
                <a:solidFill>
                  <a:srgbClr val="009BDD"/>
                </a:solidFill>
                <a:latin typeface="Arial"/>
                <a:ea typeface="Arial"/>
                <a:cs typeface="Arial"/>
                <a:sym typeface="Arial"/>
              </a:defRPr>
            </a:lvl8pPr>
            <a:lvl9pPr indent="-228600" lvl="8" marL="4114800" marR="0" rtl="0" algn="l">
              <a:lnSpc>
                <a:spcPct val="93000"/>
              </a:lnSpc>
              <a:spcBef>
                <a:spcPts val="215"/>
              </a:spcBef>
              <a:spcAft>
                <a:spcPts val="0"/>
              </a:spcAft>
              <a:buClr>
                <a:srgbClr val="000000"/>
              </a:buClr>
              <a:buSzPts val="2000"/>
              <a:buFont typeface="Times New Roman"/>
              <a:buNone/>
              <a:defRPr b="0" i="0" sz="2000" u="none" cap="none" strike="noStrike">
                <a:solidFill>
                  <a:srgbClr val="009BDD"/>
                </a:solidFill>
                <a:latin typeface="Arial"/>
                <a:ea typeface="Arial"/>
                <a:cs typeface="Arial"/>
                <a:sym typeface="Arial"/>
              </a:defRPr>
            </a:lvl9pPr>
          </a:lstStyle>
          <a:p/>
        </p:txBody>
      </p:sp>
      <p:sp>
        <p:nvSpPr>
          <p:cNvPr id="167" name="Google Shape;167;p44"/>
          <p:cNvSpPr txBox="1"/>
          <p:nvPr>
            <p:ph idx="10" type="dt"/>
          </p:nvPr>
        </p:nvSpPr>
        <p:spPr>
          <a:xfrm>
            <a:off x="360362" y="5219700"/>
            <a:ext cx="2338387" cy="358775"/>
          </a:xfrm>
          <a:prstGeom prst="rect">
            <a:avLst/>
          </a:prstGeom>
          <a:noFill/>
          <a:ln>
            <a:noFill/>
          </a:ln>
        </p:spPr>
        <p:txBody>
          <a:bodyPr anchorCtr="0" anchor="t" bIns="0" lIns="0" spcFirstLastPara="1" rIns="0" wrap="square" tIns="0">
            <a:noAutofit/>
          </a:bodyPr>
          <a:lstStyle>
            <a:lvl1pPr lvl="0" marR="0" rtl="0" algn="l">
              <a:lnSpc>
                <a:spcPct val="93000"/>
              </a:lnSpc>
              <a:spcBef>
                <a:spcPts val="0"/>
              </a:spcBef>
              <a:spcAft>
                <a:spcPts val="0"/>
              </a:spcAft>
              <a:buSzPts val="1400"/>
              <a:buNone/>
              <a:defRPr b="0" i="0" sz="1800" u="none">
                <a:solidFill>
                  <a:srgbClr val="000000"/>
                </a:solidFill>
                <a:latin typeface="Arial"/>
                <a:ea typeface="Arial"/>
                <a:cs typeface="Arial"/>
                <a:sym typeface="Arial"/>
              </a:defRPr>
            </a:lvl1pPr>
            <a:lvl2pPr lvl="1"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168" name="Google Shape;168;p44"/>
          <p:cNvSpPr txBox="1"/>
          <p:nvPr>
            <p:ph idx="11" type="ftr"/>
          </p:nvPr>
        </p:nvSpPr>
        <p:spPr>
          <a:xfrm>
            <a:off x="3419475" y="5219700"/>
            <a:ext cx="3238500" cy="358775"/>
          </a:xfrm>
          <a:prstGeom prst="rect">
            <a:avLst/>
          </a:prstGeom>
          <a:noFill/>
          <a:ln>
            <a:noFill/>
          </a:ln>
        </p:spPr>
        <p:txBody>
          <a:bodyPr anchorCtr="0" anchor="t" bIns="0" lIns="0" spcFirstLastPara="1" rIns="0" wrap="square" tIns="0">
            <a:noAutofit/>
          </a:bodyPr>
          <a:lstStyle>
            <a:lvl1pPr lvl="0" marR="0" rtl="0" algn="l">
              <a:lnSpc>
                <a:spcPct val="93000"/>
              </a:lnSpc>
              <a:spcBef>
                <a:spcPts val="0"/>
              </a:spcBef>
              <a:spcAft>
                <a:spcPts val="0"/>
              </a:spcAft>
              <a:buSzPts val="1400"/>
              <a:buNone/>
              <a:defRPr b="0" i="0" sz="1800" u="none">
                <a:solidFill>
                  <a:srgbClr val="000000"/>
                </a:solidFill>
                <a:latin typeface="Arial"/>
                <a:ea typeface="Arial"/>
                <a:cs typeface="Arial"/>
                <a:sym typeface="Arial"/>
              </a:defRPr>
            </a:lvl1pPr>
            <a:lvl2pPr lvl="1"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93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169" name="Google Shape;169;p44"/>
          <p:cNvSpPr txBox="1"/>
          <p:nvPr>
            <p:ph idx="12" type="sldNum"/>
          </p:nvPr>
        </p:nvSpPr>
        <p:spPr>
          <a:xfrm>
            <a:off x="7380287" y="5219700"/>
            <a:ext cx="2338387" cy="358775"/>
          </a:xfrm>
          <a:prstGeom prst="rect">
            <a:avLst/>
          </a:prstGeom>
          <a:noFill/>
          <a:ln>
            <a:noFill/>
          </a:ln>
        </p:spPr>
        <p:txBody>
          <a:bodyPr anchorCtr="0" anchor="t" bIns="0" lIns="0" spcFirstLastPara="1" rIns="0" wrap="square" tIns="0">
            <a:noAutofit/>
          </a:bodyPr>
          <a:lstStyle>
            <a:lvl1pPr indent="0" lvl="0"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1pPr>
            <a:lvl2pPr indent="0" lvl="1"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2pPr>
            <a:lvl3pPr indent="0" lvl="2"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3pPr>
            <a:lvl4pPr indent="0" lvl="3"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4pPr>
            <a:lvl5pPr indent="0" lvl="4"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5pPr>
            <a:lvl6pPr indent="0" lvl="5"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6pPr>
            <a:lvl7pPr indent="0" lvl="6"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7pPr>
            <a:lvl8pPr indent="0" lvl="7"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8pPr>
            <a:lvl9pPr indent="0" lvl="8" marL="0" marR="0" rtl="0" algn="r">
              <a:lnSpc>
                <a:spcPct val="93000"/>
              </a:lnSpc>
              <a:spcBef>
                <a:spcPts val="0"/>
              </a:spcBef>
              <a:spcAft>
                <a:spcPts val="0"/>
              </a:spcAft>
              <a:buClr>
                <a:srgbClr val="FFFFFF"/>
              </a:buClr>
              <a:buSzPts val="1400"/>
              <a:buFont typeface="Tinos"/>
              <a:buNone/>
              <a:defRPr b="0" i="0" sz="1400" u="none">
                <a:solidFill>
                  <a:srgbClr val="FFFFFF"/>
                </a:solidFill>
                <a:latin typeface="Tinos"/>
                <a:ea typeface="Tinos"/>
                <a:cs typeface="Tinos"/>
                <a:sym typeface="Tinos"/>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
          <p:cNvSpPr txBox="1"/>
          <p:nvPr/>
        </p:nvSpPr>
        <p:spPr>
          <a:xfrm>
            <a:off x="360362" y="5219700"/>
            <a:ext cx="2338387" cy="358775"/>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FFFFFF"/>
              </a:buClr>
              <a:buSzPts val="1400"/>
              <a:buFont typeface="Tinos"/>
              <a:buNone/>
            </a:pPr>
            <a:r>
              <a:rPr b="0" i="0" lang="en-US" sz="1400" u="none">
                <a:solidFill>
                  <a:srgbClr val="FFFFFF"/>
                </a:solidFill>
                <a:latin typeface="Tinos"/>
                <a:ea typeface="Tinos"/>
                <a:cs typeface="Tinos"/>
                <a:sym typeface="Tinos"/>
              </a:rPr>
              <a:t>*</a:t>
            </a:r>
            <a:endParaRPr/>
          </a:p>
        </p:txBody>
      </p:sp>
      <p:sp>
        <p:nvSpPr>
          <p:cNvPr id="245" name="Google Shape;245;p1"/>
          <p:cNvSpPr txBox="1"/>
          <p:nvPr/>
        </p:nvSpPr>
        <p:spPr>
          <a:xfrm>
            <a:off x="7380287" y="5219700"/>
            <a:ext cx="2338387" cy="358775"/>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FFFFFF"/>
              </a:buClr>
              <a:buSzPts val="1400"/>
              <a:buFont typeface="Tinos"/>
              <a:buNone/>
            </a:pPr>
            <a:fld id="{00000000-1234-1234-1234-123412341234}" type="slidenum">
              <a:rPr b="0" i="0" lang="en-US" sz="1400" u="none">
                <a:solidFill>
                  <a:srgbClr val="FFFFFF"/>
                </a:solidFill>
                <a:latin typeface="Tinos"/>
                <a:ea typeface="Tinos"/>
                <a:cs typeface="Tinos"/>
                <a:sym typeface="Tinos"/>
              </a:rPr>
              <a:t>‹#›</a:t>
            </a:fld>
            <a:endParaRPr/>
          </a:p>
        </p:txBody>
      </p:sp>
      <p:sp>
        <p:nvSpPr>
          <p:cNvPr id="246" name="Google Shape;246;p1"/>
          <p:cNvSpPr txBox="1"/>
          <p:nvPr>
            <p:ph idx="1" type="body"/>
          </p:nvPr>
        </p:nvSpPr>
        <p:spPr>
          <a:xfrm>
            <a:off x="360362" y="1079500"/>
            <a:ext cx="9720262" cy="3949700"/>
          </a:xfrm>
          <a:prstGeom prst="rect">
            <a:avLst/>
          </a:prstGeom>
          <a:noFill/>
          <a:ln>
            <a:noFill/>
          </a:ln>
        </p:spPr>
        <p:txBody>
          <a:bodyPr anchorCtr="0" anchor="t" bIns="0" lIns="0" spcFirstLastPara="1" rIns="0" wrap="square" tIns="21150">
            <a:noAutofit/>
          </a:bodyPr>
          <a:lstStyle/>
          <a:p>
            <a:pPr indent="-323850" lvl="0" marL="431800" rtl="0" algn="ctr">
              <a:lnSpc>
                <a:spcPct val="93000"/>
              </a:lnSpc>
              <a:spcBef>
                <a:spcPts val="0"/>
              </a:spcBef>
              <a:spcAft>
                <a:spcPts val="0"/>
              </a:spcAft>
              <a:buSzPts val="2400"/>
              <a:buNone/>
            </a:pPr>
            <a:r>
              <a:rPr b="1" i="0" lang="en-US" sz="2400" u="none">
                <a:solidFill>
                  <a:srgbClr val="009BDD"/>
                </a:solidFill>
                <a:latin typeface="Arial"/>
                <a:ea typeface="Arial"/>
                <a:cs typeface="Arial"/>
                <a:sym typeface="Arial"/>
              </a:rPr>
              <a:t>PROIECT DE ABSOLVIRE</a:t>
            </a:r>
            <a:endParaRPr/>
          </a:p>
          <a:p>
            <a:pPr indent="-323850" lvl="0" marL="431800" rtl="0" algn="ctr">
              <a:lnSpc>
                <a:spcPct val="93000"/>
              </a:lnSpc>
              <a:spcBef>
                <a:spcPts val="1000"/>
              </a:spcBef>
              <a:spcAft>
                <a:spcPts val="0"/>
              </a:spcAft>
              <a:buSzPts val="2400"/>
              <a:buNone/>
            </a:pPr>
            <a:r>
              <a:rPr b="1" i="0" lang="en-US" sz="2400" u="none">
                <a:solidFill>
                  <a:srgbClr val="009BDD"/>
                </a:solidFill>
                <a:latin typeface="Arial"/>
                <a:ea typeface="Arial"/>
                <a:cs typeface="Arial"/>
                <a:sym typeface="Arial"/>
              </a:rPr>
              <a:t>SOFTWARE DEVELOPMENT ACADEMY</a:t>
            </a:r>
            <a:endParaRPr/>
          </a:p>
          <a:p>
            <a:pPr indent="-323850" lvl="0" marL="431800" rtl="0" algn="ctr">
              <a:lnSpc>
                <a:spcPct val="93000"/>
              </a:lnSpc>
              <a:spcBef>
                <a:spcPts val="1000"/>
              </a:spcBef>
              <a:spcAft>
                <a:spcPts val="0"/>
              </a:spcAft>
              <a:buSzPts val="2400"/>
              <a:buNone/>
            </a:pPr>
            <a:r>
              <a:t/>
            </a:r>
            <a:endParaRPr b="0" i="0" sz="2400" u="none">
              <a:solidFill>
                <a:srgbClr val="009BDD"/>
              </a:solidFill>
              <a:latin typeface="Arial"/>
              <a:ea typeface="Arial"/>
              <a:cs typeface="Arial"/>
              <a:sym typeface="Arial"/>
            </a:endParaRPr>
          </a:p>
          <a:p>
            <a:pPr indent="-323850" lvl="0" marL="431800" rtl="0" algn="ctr">
              <a:lnSpc>
                <a:spcPct val="93000"/>
              </a:lnSpc>
              <a:spcBef>
                <a:spcPts val="1000"/>
              </a:spcBef>
              <a:spcAft>
                <a:spcPts val="0"/>
              </a:spcAft>
              <a:buSzPts val="2400"/>
              <a:buNone/>
            </a:pPr>
            <a:r>
              <a:t/>
            </a:r>
            <a:endParaRPr b="0" i="0" sz="2400" u="none">
              <a:solidFill>
                <a:srgbClr val="009BDD"/>
              </a:solidFill>
              <a:latin typeface="Arial"/>
              <a:ea typeface="Arial"/>
              <a:cs typeface="Arial"/>
              <a:sym typeface="Arial"/>
            </a:endParaRPr>
          </a:p>
          <a:p>
            <a:pPr indent="-323850" lvl="0" marL="431800" rtl="0" algn="ctr">
              <a:lnSpc>
                <a:spcPct val="93000"/>
              </a:lnSpc>
              <a:spcBef>
                <a:spcPts val="1000"/>
              </a:spcBef>
              <a:spcAft>
                <a:spcPts val="0"/>
              </a:spcAft>
              <a:buSzPts val="2400"/>
              <a:buNone/>
            </a:pPr>
            <a:r>
              <a:rPr b="0" i="0" lang="en-US" sz="2400" u="none">
                <a:solidFill>
                  <a:srgbClr val="009BDD"/>
                </a:solidFill>
                <a:latin typeface="Arial"/>
                <a:ea typeface="Arial"/>
                <a:cs typeface="Arial"/>
                <a:sym typeface="Arial"/>
              </a:rPr>
              <a:t>Maxim Mihaela</a:t>
            </a:r>
            <a:endParaRPr/>
          </a:p>
          <a:p>
            <a:pPr indent="-323850" lvl="0" marL="431800" rtl="0" algn="ctr">
              <a:lnSpc>
                <a:spcPct val="93000"/>
              </a:lnSpc>
              <a:spcBef>
                <a:spcPts val="1000"/>
              </a:spcBef>
              <a:spcAft>
                <a:spcPts val="0"/>
              </a:spcAft>
              <a:buSzPts val="2400"/>
              <a:buNone/>
            </a:pPr>
            <a:r>
              <a:rPr b="0" i="0" lang="en-US" sz="2400" u="none">
                <a:solidFill>
                  <a:srgbClr val="009BDD"/>
                </a:solidFill>
                <a:latin typeface="Arial"/>
                <a:ea typeface="Arial"/>
                <a:cs typeface="Arial"/>
                <a:sym typeface="Arial"/>
              </a:rPr>
              <a:t>Tester Remote 70</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
          <p:cNvSpPr txBox="1"/>
          <p:nvPr/>
        </p:nvSpPr>
        <p:spPr>
          <a:xfrm>
            <a:off x="360362" y="5219700"/>
            <a:ext cx="2338387" cy="358775"/>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FFFFFF"/>
              </a:buClr>
              <a:buSzPts val="1400"/>
              <a:buFont typeface="Tinos"/>
              <a:buNone/>
            </a:pPr>
            <a:r>
              <a:rPr b="0" i="0" lang="en-US" sz="1400" u="none">
                <a:solidFill>
                  <a:srgbClr val="FFFFFF"/>
                </a:solidFill>
                <a:latin typeface="Tinos"/>
                <a:ea typeface="Tinos"/>
                <a:cs typeface="Tinos"/>
                <a:sym typeface="Tinos"/>
              </a:rPr>
              <a:t>*</a:t>
            </a:r>
            <a:endParaRPr/>
          </a:p>
        </p:txBody>
      </p:sp>
      <p:sp>
        <p:nvSpPr>
          <p:cNvPr id="253" name="Google Shape;253;p2"/>
          <p:cNvSpPr txBox="1"/>
          <p:nvPr/>
        </p:nvSpPr>
        <p:spPr>
          <a:xfrm>
            <a:off x="7380287" y="5219700"/>
            <a:ext cx="2338387" cy="358775"/>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FFFFFF"/>
              </a:buClr>
              <a:buSzPts val="1400"/>
              <a:buFont typeface="Tinos"/>
              <a:buNone/>
            </a:pPr>
            <a:fld id="{00000000-1234-1234-1234-123412341234}" type="slidenum">
              <a:rPr b="0" i="0" lang="en-US" sz="1400" u="none">
                <a:solidFill>
                  <a:srgbClr val="FFFFFF"/>
                </a:solidFill>
                <a:latin typeface="Tinos"/>
                <a:ea typeface="Tinos"/>
                <a:cs typeface="Tinos"/>
                <a:sym typeface="Tinos"/>
              </a:rPr>
              <a:t>‹#›</a:t>
            </a:fld>
            <a:endParaRPr/>
          </a:p>
        </p:txBody>
      </p:sp>
      <p:sp>
        <p:nvSpPr>
          <p:cNvPr id="254" name="Google Shape;254;p2"/>
          <p:cNvSpPr txBox="1"/>
          <p:nvPr>
            <p:ph type="title"/>
          </p:nvPr>
        </p:nvSpPr>
        <p:spPr>
          <a:xfrm>
            <a:off x="360362" y="179387"/>
            <a:ext cx="9359900" cy="477837"/>
          </a:xfrm>
          <a:prstGeom prst="rect">
            <a:avLst/>
          </a:prstGeom>
          <a:noFill/>
          <a:ln>
            <a:noFill/>
          </a:ln>
        </p:spPr>
        <p:txBody>
          <a:bodyPr anchorCtr="0" anchor="ctr" bIns="0" lIns="0" spcFirstLastPara="1" rIns="0" wrap="square" tIns="29100">
            <a:noAutofit/>
          </a:bodyPr>
          <a:lstStyle/>
          <a:p>
            <a:pPr indent="0" lvl="0" marL="0" rtl="0" algn="ctr">
              <a:lnSpc>
                <a:spcPct val="93000"/>
              </a:lnSpc>
              <a:spcBef>
                <a:spcPts val="0"/>
              </a:spcBef>
              <a:spcAft>
                <a:spcPts val="0"/>
              </a:spcAft>
              <a:buSzPts val="3300"/>
              <a:buNone/>
            </a:pPr>
            <a:r>
              <a:rPr b="0" i="0" lang="en-US" sz="3300" u="none">
                <a:solidFill>
                  <a:srgbClr val="FFFFFF"/>
                </a:solidFill>
                <a:latin typeface="Arial"/>
                <a:ea typeface="Arial"/>
                <a:cs typeface="Arial"/>
                <a:sym typeface="Arial"/>
              </a:rPr>
              <a:t>TERMENI SI DEFINITII</a:t>
            </a:r>
            <a:endParaRPr/>
          </a:p>
        </p:txBody>
      </p:sp>
      <p:sp>
        <p:nvSpPr>
          <p:cNvPr id="255" name="Google Shape;255;p2"/>
          <p:cNvSpPr txBox="1"/>
          <p:nvPr>
            <p:ph idx="1" type="body"/>
          </p:nvPr>
        </p:nvSpPr>
        <p:spPr>
          <a:xfrm>
            <a:off x="360362" y="1079500"/>
            <a:ext cx="9359900" cy="3630612"/>
          </a:xfrm>
          <a:prstGeom prst="rect">
            <a:avLst/>
          </a:prstGeom>
          <a:noFill/>
          <a:ln>
            <a:noFill/>
          </a:ln>
        </p:spPr>
        <p:txBody>
          <a:bodyPr anchorCtr="0" anchor="t" bIns="0" lIns="0" spcFirstLastPara="1" rIns="0" wrap="square" tIns="8800">
            <a:noAutofit/>
          </a:bodyPr>
          <a:lstStyle/>
          <a:p>
            <a:pPr indent="-323850" lvl="0" marL="431800" rtl="0" algn="l">
              <a:lnSpc>
                <a:spcPct val="93000"/>
              </a:lnSpc>
              <a:spcBef>
                <a:spcPts val="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Termenul "</a:t>
            </a:r>
            <a:r>
              <a:rPr b="1" i="0" lang="en-US" sz="1000" u="none">
                <a:solidFill>
                  <a:srgbClr val="009BDD"/>
                </a:solidFill>
                <a:latin typeface="Arial"/>
                <a:ea typeface="Arial"/>
                <a:cs typeface="Arial"/>
                <a:sym typeface="Arial"/>
              </a:rPr>
              <a:t>requirements</a:t>
            </a:r>
            <a:r>
              <a:rPr b="0" i="0" lang="en-US" sz="1000" u="none">
                <a:solidFill>
                  <a:srgbClr val="009BDD"/>
                </a:solidFill>
                <a:latin typeface="Arial"/>
                <a:ea typeface="Arial"/>
                <a:cs typeface="Arial"/>
                <a:sym typeface="Arial"/>
              </a:rPr>
              <a:t>"  se referă la o descriere clară și detaliată a ceea ce trebuie să facă un sistem sau un produs pentru a satisface nevoile și așteptările utilizatorilor sau ale părților interesate (stakeholders). </a:t>
            </a:r>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Cerințele software reprezintă specificațiile a ceea ce ar trebui să facă un sistem software, cum ar trebui să se comporte și ce restricții ar trebui să îndeplinească. Sunt descrierea caracteristicilor și funcționalităților sistemului</a:t>
            </a:r>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Un “</a:t>
            </a:r>
            <a:r>
              <a:rPr b="1" i="0" lang="en-US" sz="1000" u="none">
                <a:solidFill>
                  <a:srgbClr val="009BDD"/>
                </a:solidFill>
                <a:latin typeface="Arial"/>
                <a:ea typeface="Arial"/>
                <a:cs typeface="Arial"/>
                <a:sym typeface="Arial"/>
              </a:rPr>
              <a:t>test condition</a:t>
            </a:r>
            <a:r>
              <a:rPr b="0" i="0" lang="en-US" sz="1000" u="none">
                <a:solidFill>
                  <a:srgbClr val="009BDD"/>
                </a:solidFill>
                <a:latin typeface="Arial"/>
                <a:ea typeface="Arial"/>
                <a:cs typeface="Arial"/>
                <a:sym typeface="Arial"/>
              </a:rPr>
              <a:t>” reprezintă  un element al unui sistem software care poate fi verificat sau validat prin unul sau mai multe test cases. Este un criteriu specific care descrie ce anume urmează să fie testat pentru a se asigura că sistemul funcționează conform cerințelor specificate. </a:t>
            </a:r>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Un ‘</a:t>
            </a:r>
            <a:r>
              <a:rPr b="1" i="0" lang="en-US" sz="1000" u="none">
                <a:solidFill>
                  <a:srgbClr val="009BDD"/>
                </a:solidFill>
                <a:latin typeface="Arial"/>
                <a:ea typeface="Arial"/>
                <a:cs typeface="Arial"/>
                <a:sym typeface="Arial"/>
              </a:rPr>
              <a:t>test case</a:t>
            </a:r>
            <a:r>
              <a:rPr b="0" i="0" lang="en-US" sz="1000" u="none">
                <a:solidFill>
                  <a:srgbClr val="009BDD"/>
                </a:solidFill>
                <a:latin typeface="Arial"/>
                <a:ea typeface="Arial"/>
                <a:cs typeface="Arial"/>
                <a:sym typeface="Arial"/>
              </a:rPr>
              <a:t>” este un set de actiuni, condiții, pași, așteptări, rezultate prin care un tester determina daca o aplicatie software este functionala si indeplineste requirements.. </a:t>
            </a:r>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Un “</a:t>
            </a:r>
            <a:r>
              <a:rPr b="1" i="0" lang="en-US" sz="1000" u="none">
                <a:solidFill>
                  <a:srgbClr val="009BDD"/>
                </a:solidFill>
                <a:latin typeface="Arial"/>
                <a:ea typeface="Arial"/>
                <a:cs typeface="Arial"/>
                <a:sym typeface="Arial"/>
              </a:rPr>
              <a:t>test plan</a:t>
            </a:r>
            <a:r>
              <a:rPr b="0" i="0" lang="en-US" sz="1000" u="none">
                <a:solidFill>
                  <a:srgbClr val="009BDD"/>
                </a:solidFill>
                <a:latin typeface="Arial"/>
                <a:ea typeface="Arial"/>
                <a:cs typeface="Arial"/>
                <a:sym typeface="Arial"/>
              </a:rPr>
              <a:t>”  este un document formal care descrie strategia, obiectivele, resursele, livrabilele si programul pentru pentru a efectua testarea unui produs software. Ofera  o descriere clară a modului în care vor fi efectuate testele, ce va fi testat, cine va fi responsabil și care sunt așteptările și condițiile de testare</a:t>
            </a:r>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Statusurile rularii unui test case: In Progress, Passed, Failed, Blocked ( </a:t>
            </a:r>
            <a:r>
              <a:rPr b="1" i="0" lang="en-US" sz="1000" u="none">
                <a:solidFill>
                  <a:srgbClr val="009BDD"/>
                </a:solidFill>
                <a:latin typeface="Arial"/>
                <a:ea typeface="Arial"/>
                <a:cs typeface="Arial"/>
                <a:sym typeface="Arial"/>
              </a:rPr>
              <a:t>link nu merge, procesator de plata e down</a:t>
            </a:r>
            <a:r>
              <a:rPr b="0" i="0" lang="en-US" sz="1000" u="none">
                <a:solidFill>
                  <a:srgbClr val="009BDD"/>
                </a:solidFill>
                <a:latin typeface="Arial"/>
                <a:ea typeface="Arial"/>
                <a:cs typeface="Arial"/>
                <a:sym typeface="Arial"/>
              </a:rPr>
              <a:t>), Skipped ( </a:t>
            </a:r>
            <a:r>
              <a:rPr b="1" i="0" lang="en-US" sz="1000" u="none">
                <a:solidFill>
                  <a:srgbClr val="009BDD"/>
                </a:solidFill>
                <a:latin typeface="Arial"/>
                <a:ea typeface="Arial"/>
                <a:cs typeface="Arial"/>
                <a:sym typeface="Arial"/>
              </a:rPr>
              <a:t>apple, samsung</a:t>
            </a:r>
            <a:r>
              <a:rPr b="0" i="0" lang="en-US" sz="1000" u="none">
                <a:solidFill>
                  <a:srgbClr val="009BDD"/>
                </a:solidFill>
                <a:latin typeface="Arial"/>
                <a:ea typeface="Arial"/>
                <a:cs typeface="Arial"/>
                <a:sym typeface="Arial"/>
              </a:rPr>
              <a:t>)</a:t>
            </a:r>
            <a:endParaRPr/>
          </a:p>
          <a:p>
            <a:pPr indent="-323850" lvl="0" marL="431800" rtl="0" algn="l">
              <a:lnSpc>
                <a:spcPct val="93000"/>
              </a:lnSpc>
              <a:spcBef>
                <a:spcPts val="1000"/>
              </a:spcBef>
              <a:spcAft>
                <a:spcPts val="0"/>
              </a:spcAft>
              <a:buClr>
                <a:srgbClr val="77CAEE"/>
              </a:buClr>
              <a:buSzPts val="450"/>
              <a:buFont typeface="Noto Sans Symbols"/>
              <a:buChar char="●"/>
            </a:pPr>
            <a:r>
              <a:rPr b="1" i="0" lang="en-US" sz="1000" u="none">
                <a:solidFill>
                  <a:srgbClr val="009BDD"/>
                </a:solidFill>
                <a:latin typeface="Arial"/>
                <a:ea typeface="Arial"/>
                <a:cs typeface="Arial"/>
                <a:sym typeface="Arial"/>
              </a:rPr>
              <a:t>Bug life cycle</a:t>
            </a:r>
            <a:r>
              <a:rPr b="0" i="0" lang="en-US" sz="1000" u="none">
                <a:solidFill>
                  <a:srgbClr val="009BDD"/>
                </a:solidFill>
                <a:latin typeface="Arial"/>
                <a:ea typeface="Arial"/>
                <a:cs typeface="Arial"/>
                <a:sym typeface="Arial"/>
              </a:rPr>
              <a:t>: 1. New → 2. Assigned → 3. Open → 4. Fixed → 5. Retested → 6. Closed. In functie de situatie: rejected, not a bug.</a:t>
            </a:r>
            <a:endParaRPr/>
          </a:p>
          <a:p>
            <a:pPr indent="-323850" lvl="0" marL="431800" rtl="0" algn="l">
              <a:lnSpc>
                <a:spcPct val="93000"/>
              </a:lnSpc>
              <a:spcBef>
                <a:spcPts val="1000"/>
              </a:spcBef>
              <a:spcAft>
                <a:spcPts val="0"/>
              </a:spcAft>
              <a:buClr>
                <a:srgbClr val="77CAEE"/>
              </a:buClr>
              <a:buSzPts val="450"/>
              <a:buFont typeface="Noto Sans Symbols"/>
              <a:buChar char="●"/>
            </a:pPr>
            <a:r>
              <a:rPr b="1" i="0" lang="en-US" sz="1000" u="none">
                <a:solidFill>
                  <a:srgbClr val="009BDD"/>
                </a:solidFill>
                <a:latin typeface="Arial"/>
                <a:ea typeface="Arial"/>
                <a:cs typeface="Arial"/>
                <a:sym typeface="Arial"/>
              </a:rPr>
              <a:t>Priority vs Severity</a:t>
            </a:r>
            <a:r>
              <a:rPr b="0" i="0" lang="en-US" sz="1000" u="none">
                <a:solidFill>
                  <a:srgbClr val="009BDD"/>
                </a:solidFill>
                <a:latin typeface="Arial"/>
                <a:ea typeface="Arial"/>
                <a:cs typeface="Arial"/>
                <a:sym typeface="Arial"/>
              </a:rPr>
              <a:t>: Severitatea se referă la impactul unui defect asupra funcționalității software-ului. Ea descrie cât de gravă sau critică este o eroare. Prioritatea se referă la urgența cu care un defect trebuie rezolvat. Răspunde la întrebarea: "Cât de repede trebuie să fie rezolvat defectul?"</a:t>
            </a:r>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Un raport este un document formal care furnizează informații detaliate despre activitățile de testare, rezultatele obținute, progresul, starea curentă și concluziile procesului de testare. Test status report - Raport care oferă o imagine asupra stării actuale a activităților de testare la un anumit moment. Arata progresul testării. Test Completion Report - Raport care documentează toate activitățile și concluziile testării la finalul ciclului de testare. Arata ca activitățile de testare au fost finalizate.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
          <p:cNvSpPr txBox="1"/>
          <p:nvPr/>
        </p:nvSpPr>
        <p:spPr>
          <a:xfrm>
            <a:off x="360362" y="5219700"/>
            <a:ext cx="2338387" cy="358775"/>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FFFFFF"/>
              </a:buClr>
              <a:buSzPts val="1400"/>
              <a:buFont typeface="Tinos"/>
              <a:buNone/>
            </a:pPr>
            <a:r>
              <a:rPr b="0" i="0" lang="en-US" sz="1400" u="none">
                <a:solidFill>
                  <a:srgbClr val="FFFFFF"/>
                </a:solidFill>
                <a:latin typeface="Tinos"/>
                <a:ea typeface="Tinos"/>
                <a:cs typeface="Tinos"/>
                <a:sym typeface="Tinos"/>
              </a:rPr>
              <a:t>*</a:t>
            </a:r>
            <a:endParaRPr/>
          </a:p>
        </p:txBody>
      </p:sp>
      <p:sp>
        <p:nvSpPr>
          <p:cNvPr id="262" name="Google Shape;262;p3"/>
          <p:cNvSpPr txBox="1"/>
          <p:nvPr/>
        </p:nvSpPr>
        <p:spPr>
          <a:xfrm>
            <a:off x="7380287" y="5219700"/>
            <a:ext cx="2338387" cy="358775"/>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FFFFFF"/>
              </a:buClr>
              <a:buSzPts val="1400"/>
              <a:buFont typeface="Tinos"/>
              <a:buNone/>
            </a:pPr>
            <a:fld id="{00000000-1234-1234-1234-123412341234}" type="slidenum">
              <a:rPr b="0" i="0" lang="en-US" sz="1400" u="none">
                <a:solidFill>
                  <a:srgbClr val="FFFFFF"/>
                </a:solidFill>
                <a:latin typeface="Tinos"/>
                <a:ea typeface="Tinos"/>
                <a:cs typeface="Tinos"/>
                <a:sym typeface="Tinos"/>
              </a:rPr>
              <a:t>‹#›</a:t>
            </a:fld>
            <a:endParaRPr/>
          </a:p>
        </p:txBody>
      </p:sp>
      <p:sp>
        <p:nvSpPr>
          <p:cNvPr id="263" name="Google Shape;263;p3"/>
          <p:cNvSpPr txBox="1"/>
          <p:nvPr>
            <p:ph type="title"/>
          </p:nvPr>
        </p:nvSpPr>
        <p:spPr>
          <a:xfrm>
            <a:off x="360362" y="179387"/>
            <a:ext cx="9359900" cy="477837"/>
          </a:xfrm>
          <a:prstGeom prst="rect">
            <a:avLst/>
          </a:prstGeom>
          <a:noFill/>
          <a:ln>
            <a:noFill/>
          </a:ln>
        </p:spPr>
        <p:txBody>
          <a:bodyPr anchorCtr="0" anchor="ctr" bIns="0" lIns="0" spcFirstLastPara="1" rIns="0" wrap="square" tIns="29100">
            <a:noAutofit/>
          </a:bodyPr>
          <a:lstStyle/>
          <a:p>
            <a:pPr indent="0" lvl="0" marL="0" rtl="0" algn="ctr">
              <a:lnSpc>
                <a:spcPct val="93000"/>
              </a:lnSpc>
              <a:spcBef>
                <a:spcPts val="0"/>
              </a:spcBef>
              <a:spcAft>
                <a:spcPts val="0"/>
              </a:spcAft>
              <a:buSzPts val="3300"/>
              <a:buNone/>
            </a:pPr>
            <a:r>
              <a:rPr b="0" i="0" lang="en-US" sz="3300" u="none">
                <a:solidFill>
                  <a:srgbClr val="FFFFFF"/>
                </a:solidFill>
                <a:latin typeface="Arial"/>
                <a:ea typeface="Arial"/>
                <a:cs typeface="Arial"/>
                <a:sym typeface="Arial"/>
              </a:rPr>
              <a:t>TERMENI SI DEFINITII</a:t>
            </a:r>
            <a:endParaRPr/>
          </a:p>
        </p:txBody>
      </p:sp>
      <p:sp>
        <p:nvSpPr>
          <p:cNvPr id="264" name="Google Shape;264;p3"/>
          <p:cNvSpPr txBox="1"/>
          <p:nvPr>
            <p:ph idx="1" type="body"/>
          </p:nvPr>
        </p:nvSpPr>
        <p:spPr>
          <a:xfrm>
            <a:off x="360362" y="1079500"/>
            <a:ext cx="9359900" cy="2092325"/>
          </a:xfrm>
          <a:prstGeom prst="rect">
            <a:avLst/>
          </a:prstGeom>
          <a:noFill/>
          <a:ln>
            <a:noFill/>
          </a:ln>
        </p:spPr>
        <p:txBody>
          <a:bodyPr anchorCtr="0" anchor="t" bIns="0" lIns="0" spcFirstLastPara="1" rIns="0" wrap="square" tIns="8800">
            <a:noAutofit/>
          </a:bodyPr>
          <a:lstStyle/>
          <a:p>
            <a:pPr indent="-323850" lvl="0" marL="431800" rtl="0" algn="l">
              <a:lnSpc>
                <a:spcPct val="93000"/>
              </a:lnSpc>
              <a:spcBef>
                <a:spcPts val="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Etapele procesului de testare: Analiza cerințelor, Planificarea testării,  Proiectarea testării, Configurarea mediului de testare,Executarea testării,  Raportarea defectelor, Finalizarea testării</a:t>
            </a:r>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Retesting verifică dacă defectele raportate au fost corectate, rulând cazurile de test eșuate anterior, în timp ce Regression Testing asigură că modificările recente nu au afectat funcționalitatea existentă a aplicației.</a:t>
            </a:r>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Testarea funcțională verifică dacă aplicația îndeplinește cerințele și funcționalitățile specificate, în timp ce testarea non-funcțională evaluează performanța, securitatea și alte caracteristici ale aplicației care nu sunt direct legate de funcționalitate.</a:t>
            </a:r>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Testarea Black-Box implică verificarea comportamentului sistemului fără a cunoaște structura sa internă. Tehnicile includ equivalence partitioning, boundary value analysis, decision table testing, state transition testing</a:t>
            </a:r>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Testarea White-Box se concentrează pe testarea logicii interne și a structurii codului. Tehnicile includ statement coverage si branch coverage, </a:t>
            </a:r>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Testarea bazata pe experienta folosește experiența și intuiția testerului pentru a identifica defectele.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
          <p:cNvSpPr txBox="1"/>
          <p:nvPr/>
        </p:nvSpPr>
        <p:spPr>
          <a:xfrm>
            <a:off x="360362" y="5219700"/>
            <a:ext cx="2338387" cy="358775"/>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FFFFFF"/>
              </a:buClr>
              <a:buSzPts val="1400"/>
              <a:buFont typeface="Tinos"/>
              <a:buNone/>
            </a:pPr>
            <a:r>
              <a:rPr b="0" i="0" lang="en-US" sz="1400" u="none">
                <a:solidFill>
                  <a:srgbClr val="FFFFFF"/>
                </a:solidFill>
                <a:latin typeface="Tinos"/>
                <a:ea typeface="Tinos"/>
                <a:cs typeface="Tinos"/>
                <a:sym typeface="Tinos"/>
              </a:rPr>
              <a:t>*</a:t>
            </a:r>
            <a:endParaRPr/>
          </a:p>
        </p:txBody>
      </p:sp>
      <p:sp>
        <p:nvSpPr>
          <p:cNvPr id="271" name="Google Shape;271;p4"/>
          <p:cNvSpPr txBox="1"/>
          <p:nvPr/>
        </p:nvSpPr>
        <p:spPr>
          <a:xfrm>
            <a:off x="7380287" y="5219700"/>
            <a:ext cx="2338387" cy="358775"/>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FFFFFF"/>
              </a:buClr>
              <a:buSzPts val="1400"/>
              <a:buFont typeface="Tinos"/>
              <a:buNone/>
            </a:pPr>
            <a:fld id="{00000000-1234-1234-1234-123412341234}" type="slidenum">
              <a:rPr b="0" i="0" lang="en-US" sz="1400" u="none">
                <a:solidFill>
                  <a:srgbClr val="FFFFFF"/>
                </a:solidFill>
                <a:latin typeface="Tinos"/>
                <a:ea typeface="Tinos"/>
                <a:cs typeface="Tinos"/>
                <a:sym typeface="Tinos"/>
              </a:rPr>
              <a:t>‹#›</a:t>
            </a:fld>
            <a:endParaRPr/>
          </a:p>
        </p:txBody>
      </p:sp>
      <p:sp>
        <p:nvSpPr>
          <p:cNvPr id="272" name="Google Shape;272;p4"/>
          <p:cNvSpPr txBox="1"/>
          <p:nvPr>
            <p:ph idx="4294967295" type="title"/>
          </p:nvPr>
        </p:nvSpPr>
        <p:spPr>
          <a:xfrm>
            <a:off x="5163175" y="769446"/>
            <a:ext cx="4653300" cy="4148700"/>
          </a:xfrm>
          <a:prstGeom prst="rect">
            <a:avLst/>
          </a:prstGeom>
          <a:noFill/>
          <a:ln>
            <a:noFill/>
          </a:ln>
        </p:spPr>
        <p:txBody>
          <a:bodyPr anchorCtr="0" anchor="ctr" bIns="0" lIns="0" spcFirstLastPara="1" rIns="0" wrap="square" tIns="29100">
            <a:noAutofit/>
          </a:bodyPr>
          <a:lstStyle/>
          <a:p>
            <a:pPr indent="0" lvl="0" marL="0" marR="0" rtl="0" algn="ctr">
              <a:lnSpc>
                <a:spcPct val="93000"/>
              </a:lnSpc>
              <a:spcBef>
                <a:spcPts val="0"/>
              </a:spcBef>
              <a:spcAft>
                <a:spcPts val="0"/>
              </a:spcAft>
              <a:buClr>
                <a:srgbClr val="FFFFFF"/>
              </a:buClr>
              <a:buSzPts val="3300"/>
              <a:buFont typeface="Arial"/>
              <a:buNone/>
            </a:pPr>
            <a:r>
              <a:rPr b="0" i="0" lang="en-US" sz="3300" u="none">
                <a:solidFill>
                  <a:srgbClr val="009BDD"/>
                </a:solidFill>
                <a:latin typeface="Arial"/>
                <a:ea typeface="Arial"/>
                <a:cs typeface="Arial"/>
                <a:sym typeface="Arial"/>
              </a:rPr>
              <a:t>REQUIREMENT</a:t>
            </a:r>
            <a:r>
              <a:rPr lang="en-US">
                <a:solidFill>
                  <a:srgbClr val="009BDD"/>
                </a:solidFill>
              </a:rPr>
              <a:t>S</a:t>
            </a:r>
            <a:endParaRPr>
              <a:solidFill>
                <a:srgbClr val="009BDD"/>
              </a:solidFill>
            </a:endParaRPr>
          </a:p>
          <a:p>
            <a:pPr indent="0" lvl="0" marL="0" marR="0" rtl="0" algn="ctr">
              <a:lnSpc>
                <a:spcPct val="93000"/>
              </a:lnSpc>
              <a:spcBef>
                <a:spcPts val="0"/>
              </a:spcBef>
              <a:spcAft>
                <a:spcPts val="0"/>
              </a:spcAft>
              <a:buClr>
                <a:srgbClr val="FFFFFF"/>
              </a:buClr>
              <a:buSzPts val="3300"/>
              <a:buFont typeface="Arial"/>
              <a:buNone/>
            </a:pPr>
            <a:r>
              <a:rPr b="0" i="0" lang="en-US" sz="3300" u="none">
                <a:solidFill>
                  <a:srgbClr val="009BDD"/>
                </a:solidFill>
                <a:latin typeface="Arial"/>
                <a:ea typeface="Arial"/>
                <a:cs typeface="Arial"/>
                <a:sym typeface="Arial"/>
              </a:rPr>
              <a:t>PENTRU SITEUL AMAZON</a:t>
            </a:r>
            <a:endParaRPr>
              <a:solidFill>
                <a:srgbClr val="009BDD"/>
              </a:solidFill>
            </a:endParaRPr>
          </a:p>
        </p:txBody>
      </p:sp>
      <p:pic>
        <p:nvPicPr>
          <p:cNvPr id="273" name="Google Shape;273;p4"/>
          <p:cNvPicPr preferRelativeResize="0"/>
          <p:nvPr/>
        </p:nvPicPr>
        <p:blipFill rotWithShape="1">
          <a:blip r:embed="rId3">
            <a:alphaModFix/>
          </a:blip>
          <a:srcRect b="0" l="0" r="0" t="0"/>
          <a:stretch/>
        </p:blipFill>
        <p:spPr>
          <a:xfrm>
            <a:off x="0" y="-1"/>
            <a:ext cx="5543479" cy="5578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5"/>
          <p:cNvSpPr txBox="1"/>
          <p:nvPr/>
        </p:nvSpPr>
        <p:spPr>
          <a:xfrm>
            <a:off x="360362" y="5219700"/>
            <a:ext cx="2338387" cy="358775"/>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FFFFFF"/>
              </a:buClr>
              <a:buSzPts val="1400"/>
              <a:buFont typeface="Tinos"/>
              <a:buNone/>
            </a:pPr>
            <a:r>
              <a:rPr b="0" i="0" lang="en-US" sz="1400" u="none">
                <a:solidFill>
                  <a:srgbClr val="FFFFFF"/>
                </a:solidFill>
                <a:latin typeface="Tinos"/>
                <a:ea typeface="Tinos"/>
                <a:cs typeface="Tinos"/>
                <a:sym typeface="Tinos"/>
              </a:rPr>
              <a:t>*</a:t>
            </a:r>
            <a:endParaRPr/>
          </a:p>
        </p:txBody>
      </p:sp>
      <p:sp>
        <p:nvSpPr>
          <p:cNvPr id="280" name="Google Shape;280;p5"/>
          <p:cNvSpPr txBox="1"/>
          <p:nvPr/>
        </p:nvSpPr>
        <p:spPr>
          <a:xfrm>
            <a:off x="7380287" y="5219700"/>
            <a:ext cx="2338387" cy="358775"/>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FFFFFF"/>
              </a:buClr>
              <a:buSzPts val="1400"/>
              <a:buFont typeface="Tinos"/>
              <a:buNone/>
            </a:pPr>
            <a:fld id="{00000000-1234-1234-1234-123412341234}" type="slidenum">
              <a:rPr b="0" i="0" lang="en-US" sz="1400" u="none">
                <a:solidFill>
                  <a:srgbClr val="FFFFFF"/>
                </a:solidFill>
                <a:latin typeface="Tinos"/>
                <a:ea typeface="Tinos"/>
                <a:cs typeface="Tinos"/>
                <a:sym typeface="Tinos"/>
              </a:rPr>
              <a:t>‹#›</a:t>
            </a:fld>
            <a:endParaRPr/>
          </a:p>
        </p:txBody>
      </p:sp>
      <p:sp>
        <p:nvSpPr>
          <p:cNvPr id="281" name="Google Shape;281;p5"/>
          <p:cNvSpPr txBox="1"/>
          <p:nvPr/>
        </p:nvSpPr>
        <p:spPr>
          <a:xfrm>
            <a:off x="360362" y="22225"/>
            <a:ext cx="9359900" cy="793750"/>
          </a:xfrm>
          <a:prstGeom prst="rect">
            <a:avLst/>
          </a:prstGeom>
          <a:noFill/>
          <a:ln>
            <a:noFill/>
          </a:ln>
        </p:spPr>
        <p:txBody>
          <a:bodyPr anchorCtr="0" anchor="ctr" bIns="0" lIns="0" spcFirstLastPara="1" rIns="0" wrap="square" tIns="24675">
            <a:noAutofit/>
          </a:bodyPr>
          <a:lstStyle/>
          <a:p>
            <a:pPr indent="0" lvl="0" marL="0" marR="0" rtl="0" algn="ctr">
              <a:lnSpc>
                <a:spcPct val="93000"/>
              </a:lnSpc>
              <a:spcBef>
                <a:spcPts val="0"/>
              </a:spcBef>
              <a:spcAft>
                <a:spcPts val="0"/>
              </a:spcAft>
              <a:buClr>
                <a:srgbClr val="FFFFFF"/>
              </a:buClr>
              <a:buSzPts val="2400"/>
              <a:buFont typeface="Arial"/>
              <a:buNone/>
            </a:pPr>
            <a:r>
              <a:rPr b="0" i="0" lang="en-US" sz="2400" u="none">
                <a:solidFill>
                  <a:srgbClr val="FFFFFF"/>
                </a:solidFill>
                <a:latin typeface="Arial"/>
                <a:ea typeface="Arial"/>
                <a:cs typeface="Arial"/>
                <a:sym typeface="Arial"/>
              </a:rPr>
              <a:t>DOUA USER STORIES DERIVATE DIN REQUIREMENTS SCRISE IN JIRA</a:t>
            </a:r>
            <a:endParaRPr/>
          </a:p>
        </p:txBody>
      </p:sp>
      <p:pic>
        <p:nvPicPr>
          <p:cNvPr id="282" name="Google Shape;282;p5"/>
          <p:cNvPicPr preferRelativeResize="0"/>
          <p:nvPr/>
        </p:nvPicPr>
        <p:blipFill rotWithShape="1">
          <a:blip r:embed="rId3">
            <a:alphaModFix/>
          </a:blip>
          <a:srcRect b="0" l="0" r="0" t="0"/>
          <a:stretch/>
        </p:blipFill>
        <p:spPr>
          <a:xfrm>
            <a:off x="3175" y="842962"/>
            <a:ext cx="9826625" cy="411003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6"/>
          <p:cNvSpPr txBox="1"/>
          <p:nvPr/>
        </p:nvSpPr>
        <p:spPr>
          <a:xfrm>
            <a:off x="360362" y="5219700"/>
            <a:ext cx="2338387" cy="358775"/>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FFFFFF"/>
              </a:buClr>
              <a:buSzPts val="1400"/>
              <a:buFont typeface="Tinos"/>
              <a:buNone/>
            </a:pPr>
            <a:r>
              <a:rPr b="0" i="0" lang="en-US" sz="1400" u="none">
                <a:solidFill>
                  <a:srgbClr val="FFFFFF"/>
                </a:solidFill>
                <a:latin typeface="Tinos"/>
                <a:ea typeface="Tinos"/>
                <a:cs typeface="Tinos"/>
                <a:sym typeface="Tinos"/>
              </a:rPr>
              <a:t>*</a:t>
            </a:r>
            <a:endParaRPr/>
          </a:p>
        </p:txBody>
      </p:sp>
      <p:sp>
        <p:nvSpPr>
          <p:cNvPr id="289" name="Google Shape;289;p6"/>
          <p:cNvSpPr txBox="1"/>
          <p:nvPr/>
        </p:nvSpPr>
        <p:spPr>
          <a:xfrm>
            <a:off x="7380287" y="5219700"/>
            <a:ext cx="2338387" cy="358775"/>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FFFFFF"/>
              </a:buClr>
              <a:buSzPts val="1400"/>
              <a:buFont typeface="Tinos"/>
              <a:buNone/>
            </a:pPr>
            <a:fld id="{00000000-1234-1234-1234-123412341234}" type="slidenum">
              <a:rPr b="0" i="0" lang="en-US" sz="1400" u="none">
                <a:solidFill>
                  <a:srgbClr val="FFFFFF"/>
                </a:solidFill>
                <a:latin typeface="Tinos"/>
                <a:ea typeface="Tinos"/>
                <a:cs typeface="Tinos"/>
                <a:sym typeface="Tinos"/>
              </a:rPr>
              <a:t>‹#›</a:t>
            </a:fld>
            <a:endParaRPr/>
          </a:p>
        </p:txBody>
      </p:sp>
      <p:sp>
        <p:nvSpPr>
          <p:cNvPr id="290" name="Google Shape;290;p6"/>
          <p:cNvSpPr txBox="1"/>
          <p:nvPr/>
        </p:nvSpPr>
        <p:spPr>
          <a:xfrm>
            <a:off x="360362" y="22225"/>
            <a:ext cx="9359900" cy="793750"/>
          </a:xfrm>
          <a:prstGeom prst="rect">
            <a:avLst/>
          </a:prstGeom>
          <a:noFill/>
          <a:ln>
            <a:noFill/>
          </a:ln>
        </p:spPr>
        <p:txBody>
          <a:bodyPr anchorCtr="0" anchor="ctr" bIns="0" lIns="0" spcFirstLastPara="1" rIns="0" wrap="square" tIns="24675">
            <a:noAutofit/>
          </a:bodyPr>
          <a:lstStyle/>
          <a:p>
            <a:pPr indent="0" lvl="0" marL="0" marR="0" rtl="0" algn="ctr">
              <a:lnSpc>
                <a:spcPct val="93000"/>
              </a:lnSpc>
              <a:spcBef>
                <a:spcPts val="0"/>
              </a:spcBef>
              <a:spcAft>
                <a:spcPts val="0"/>
              </a:spcAft>
              <a:buClr>
                <a:srgbClr val="FFFFFF"/>
              </a:buClr>
              <a:buSzPts val="2800"/>
              <a:buFont typeface="Arial"/>
              <a:buNone/>
            </a:pPr>
            <a:r>
              <a:rPr b="0" i="0" lang="en-US" sz="2800" u="none">
                <a:solidFill>
                  <a:srgbClr val="FFFFFF"/>
                </a:solidFill>
                <a:latin typeface="Arial"/>
                <a:ea typeface="Arial"/>
                <a:cs typeface="Arial"/>
                <a:sym typeface="Arial"/>
              </a:rPr>
              <a:t>DOUA USER STORIES DERIVATE DIN REQUIREMENTS SCRISE IN JIRA</a:t>
            </a:r>
            <a:endParaRPr/>
          </a:p>
        </p:txBody>
      </p:sp>
      <p:pic>
        <p:nvPicPr>
          <p:cNvPr id="291" name="Google Shape;291;p6"/>
          <p:cNvPicPr preferRelativeResize="0"/>
          <p:nvPr/>
        </p:nvPicPr>
        <p:blipFill rotWithShape="1">
          <a:blip r:embed="rId3">
            <a:alphaModFix/>
          </a:blip>
          <a:srcRect b="0" l="0" r="0" t="0"/>
          <a:stretch/>
        </p:blipFill>
        <p:spPr>
          <a:xfrm>
            <a:off x="-23812" y="1039812"/>
            <a:ext cx="10082212" cy="330358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7"/>
          <p:cNvSpPr txBox="1"/>
          <p:nvPr/>
        </p:nvSpPr>
        <p:spPr>
          <a:xfrm>
            <a:off x="360362" y="5219700"/>
            <a:ext cx="2338387" cy="358775"/>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FFFFFF"/>
              </a:buClr>
              <a:buSzPts val="1400"/>
              <a:buFont typeface="Tinos"/>
              <a:buNone/>
            </a:pPr>
            <a:r>
              <a:rPr b="0" i="0" lang="en-US" sz="1400" u="none">
                <a:solidFill>
                  <a:srgbClr val="FFFFFF"/>
                </a:solidFill>
                <a:latin typeface="Tinos"/>
                <a:ea typeface="Tinos"/>
                <a:cs typeface="Tinos"/>
                <a:sym typeface="Tinos"/>
              </a:rPr>
              <a:t>*</a:t>
            </a:r>
            <a:endParaRPr/>
          </a:p>
        </p:txBody>
      </p:sp>
      <p:sp>
        <p:nvSpPr>
          <p:cNvPr id="298" name="Google Shape;298;p7"/>
          <p:cNvSpPr txBox="1"/>
          <p:nvPr/>
        </p:nvSpPr>
        <p:spPr>
          <a:xfrm>
            <a:off x="7380287" y="5219700"/>
            <a:ext cx="2338387" cy="358775"/>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FFFFFF"/>
              </a:buClr>
              <a:buSzPts val="1400"/>
              <a:buFont typeface="Tinos"/>
              <a:buNone/>
            </a:pPr>
            <a:fld id="{00000000-1234-1234-1234-123412341234}" type="slidenum">
              <a:rPr b="0" i="0" lang="en-US" sz="1400" u="none">
                <a:solidFill>
                  <a:srgbClr val="FFFFFF"/>
                </a:solidFill>
                <a:latin typeface="Tinos"/>
                <a:ea typeface="Tinos"/>
                <a:cs typeface="Tinos"/>
                <a:sym typeface="Tinos"/>
              </a:rPr>
              <a:t>‹#›</a:t>
            </a:fld>
            <a:endParaRPr/>
          </a:p>
        </p:txBody>
      </p:sp>
      <p:sp>
        <p:nvSpPr>
          <p:cNvPr id="299" name="Google Shape;299;p7"/>
          <p:cNvSpPr txBox="1"/>
          <p:nvPr>
            <p:ph idx="4294967295" type="title"/>
          </p:nvPr>
        </p:nvSpPr>
        <p:spPr>
          <a:xfrm>
            <a:off x="360362" y="179387"/>
            <a:ext cx="9359900" cy="477837"/>
          </a:xfrm>
          <a:prstGeom prst="rect">
            <a:avLst/>
          </a:prstGeom>
          <a:noFill/>
          <a:ln>
            <a:noFill/>
          </a:ln>
        </p:spPr>
        <p:txBody>
          <a:bodyPr anchorCtr="0" anchor="ctr" bIns="0" lIns="0" spcFirstLastPara="1" rIns="0" wrap="square" tIns="29100">
            <a:noAutofit/>
          </a:bodyPr>
          <a:lstStyle/>
          <a:p>
            <a:pPr indent="0" lvl="0" marL="0" marR="0" rtl="0" algn="ctr">
              <a:lnSpc>
                <a:spcPct val="93000"/>
              </a:lnSpc>
              <a:spcBef>
                <a:spcPts val="0"/>
              </a:spcBef>
              <a:spcAft>
                <a:spcPts val="0"/>
              </a:spcAft>
              <a:buClr>
                <a:srgbClr val="FFFFFF"/>
              </a:buClr>
              <a:buSzPts val="1800"/>
              <a:buFont typeface="Arial"/>
              <a:buNone/>
            </a:pPr>
            <a:r>
              <a:rPr b="0" i="0" lang="en-US" sz="1800" u="none">
                <a:solidFill>
                  <a:srgbClr val="FFFFFF"/>
                </a:solidFill>
                <a:latin typeface="Arial"/>
                <a:ea typeface="Arial"/>
                <a:cs typeface="Arial"/>
                <a:sym typeface="Arial"/>
              </a:rPr>
              <a:t>TEST CONDITIONS PENTRU CELE DOUA USER STORIES</a:t>
            </a:r>
            <a:endParaRPr/>
          </a:p>
        </p:txBody>
      </p:sp>
      <p:sp>
        <p:nvSpPr>
          <p:cNvPr id="300" name="Google Shape;300;p7"/>
          <p:cNvSpPr txBox="1"/>
          <p:nvPr>
            <p:ph idx="1" type="subTitle"/>
          </p:nvPr>
        </p:nvSpPr>
        <p:spPr>
          <a:xfrm>
            <a:off x="360362" y="1079500"/>
            <a:ext cx="9359900" cy="3721100"/>
          </a:xfrm>
          <a:prstGeom prst="rect">
            <a:avLst/>
          </a:prstGeom>
          <a:noFill/>
          <a:ln>
            <a:noFill/>
          </a:ln>
        </p:spPr>
        <p:txBody>
          <a:bodyPr anchorCtr="0" anchor="t" bIns="0" lIns="0" spcFirstLastPara="1" rIns="0" wrap="square" tIns="8800">
            <a:noAutofit/>
          </a:bodyPr>
          <a:lstStyle/>
          <a:p>
            <a:pPr indent="-295275" lvl="0" marL="431800" rtl="0" algn="l">
              <a:lnSpc>
                <a:spcPct val="93000"/>
              </a:lnSpc>
              <a:spcBef>
                <a:spcPts val="0"/>
              </a:spcBef>
              <a:spcAft>
                <a:spcPts val="0"/>
              </a:spcAft>
              <a:buClr>
                <a:srgbClr val="77CAEE"/>
              </a:buClr>
              <a:buSzPts val="450"/>
              <a:buFont typeface="Noto Sans Symbols"/>
              <a:buNone/>
            </a:pPr>
            <a:r>
              <a:t/>
            </a:r>
            <a:endParaRPr b="0" i="0" sz="1000" u="none">
              <a:solidFill>
                <a:srgbClr val="009BDD"/>
              </a:solidFill>
              <a:latin typeface="Arial"/>
              <a:ea typeface="Arial"/>
              <a:cs typeface="Arial"/>
              <a:sym typeface="Arial"/>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se returneaza rezultate corecte ;</a:t>
            </a:r>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se afiseaza mesajul  „Nu s-au găsit rezultate” pentru cautare nepotrivita/incorecta;</a:t>
            </a:r>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o listă de sugestii relevante apare pe măsură ce utilizatorul introduce cel puțin un caracter în câmpul de căutare</a:t>
            </a:r>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sugestiile se actualizează dinamic pe baza fiecărui caracter adăugat sau șters</a:t>
            </a:r>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se selecteaza o categorie specifică din lista dropdown de lângă bara de căutare</a:t>
            </a:r>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opțiunea de sortare e functionala</a:t>
            </a:r>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se ordonează rezultatele în mod corespunzător</a:t>
            </a:r>
            <a:endParaRPr/>
          </a:p>
        </p:txBody>
      </p:sp>
      <p:sp>
        <p:nvSpPr>
          <p:cNvPr id="301" name="Google Shape;301;p7"/>
          <p:cNvSpPr txBox="1"/>
          <p:nvPr/>
        </p:nvSpPr>
        <p:spPr>
          <a:xfrm>
            <a:off x="769937" y="984250"/>
            <a:ext cx="4348162" cy="309562"/>
          </a:xfrm>
          <a:prstGeom prst="rect">
            <a:avLst/>
          </a:prstGeom>
          <a:noFill/>
          <a:ln>
            <a:noFill/>
          </a:ln>
        </p:spPr>
        <p:txBody>
          <a:bodyPr anchorCtr="0" anchor="t" bIns="45700" lIns="91425" spcFirstLastPara="1" rIns="91425" wrap="square" tIns="45700">
            <a:noAutofit/>
          </a:bodyPr>
          <a:lstStyle/>
          <a:p>
            <a:pPr indent="0" lvl="0" marL="0" marR="0" rtl="0" algn="l">
              <a:lnSpc>
                <a:spcPct val="93000"/>
              </a:lnSpc>
              <a:spcBef>
                <a:spcPts val="0"/>
              </a:spcBef>
              <a:spcAft>
                <a:spcPts val="0"/>
              </a:spcAft>
              <a:buClr>
                <a:srgbClr val="009BDD"/>
              </a:buClr>
              <a:buSzPts val="1000"/>
              <a:buFont typeface="Arial"/>
              <a:buNone/>
            </a:pPr>
            <a:r>
              <a:rPr b="1" i="0" lang="en-US" sz="1000" u="none">
                <a:solidFill>
                  <a:srgbClr val="009BDD"/>
                </a:solidFill>
                <a:latin typeface="Arial"/>
                <a:ea typeface="Arial"/>
                <a:cs typeface="Arial"/>
                <a:sym typeface="Arial"/>
              </a:rPr>
              <a:t>Ca si utilizator, vreau să caut produse folosind cuvinte-cheie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8"/>
          <p:cNvSpPr txBox="1"/>
          <p:nvPr/>
        </p:nvSpPr>
        <p:spPr>
          <a:xfrm>
            <a:off x="360362" y="5219700"/>
            <a:ext cx="2338387" cy="358775"/>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FFFFFF"/>
              </a:buClr>
              <a:buSzPts val="1400"/>
              <a:buFont typeface="Tinos"/>
              <a:buNone/>
            </a:pPr>
            <a:r>
              <a:rPr b="0" i="0" lang="en-US" sz="1400" u="none">
                <a:solidFill>
                  <a:srgbClr val="FFFFFF"/>
                </a:solidFill>
                <a:latin typeface="Tinos"/>
                <a:ea typeface="Tinos"/>
                <a:cs typeface="Tinos"/>
                <a:sym typeface="Tinos"/>
              </a:rPr>
              <a:t>*</a:t>
            </a:r>
            <a:endParaRPr/>
          </a:p>
        </p:txBody>
      </p:sp>
      <p:sp>
        <p:nvSpPr>
          <p:cNvPr id="308" name="Google Shape;308;p8"/>
          <p:cNvSpPr txBox="1"/>
          <p:nvPr/>
        </p:nvSpPr>
        <p:spPr>
          <a:xfrm>
            <a:off x="7380287" y="5219700"/>
            <a:ext cx="2338387" cy="358775"/>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FFFFFF"/>
              </a:buClr>
              <a:buSzPts val="1400"/>
              <a:buFont typeface="Tinos"/>
              <a:buNone/>
            </a:pPr>
            <a:fld id="{00000000-1234-1234-1234-123412341234}" type="slidenum">
              <a:rPr b="0" i="0" lang="en-US" sz="1400" u="none">
                <a:solidFill>
                  <a:srgbClr val="FFFFFF"/>
                </a:solidFill>
                <a:latin typeface="Tinos"/>
                <a:ea typeface="Tinos"/>
                <a:cs typeface="Tinos"/>
                <a:sym typeface="Tinos"/>
              </a:rPr>
              <a:t>‹#›</a:t>
            </a:fld>
            <a:endParaRPr/>
          </a:p>
        </p:txBody>
      </p:sp>
      <p:sp>
        <p:nvSpPr>
          <p:cNvPr id="309" name="Google Shape;309;p8"/>
          <p:cNvSpPr txBox="1"/>
          <p:nvPr>
            <p:ph idx="4294967295" type="title"/>
          </p:nvPr>
        </p:nvSpPr>
        <p:spPr>
          <a:xfrm>
            <a:off x="360362" y="-49212"/>
            <a:ext cx="9359900" cy="936625"/>
          </a:xfrm>
          <a:prstGeom prst="rect">
            <a:avLst/>
          </a:prstGeom>
          <a:noFill/>
          <a:ln>
            <a:noFill/>
          </a:ln>
        </p:spPr>
        <p:txBody>
          <a:bodyPr anchorCtr="0" anchor="ctr" bIns="0" lIns="0" spcFirstLastPara="1" rIns="0" wrap="square" tIns="24675">
            <a:noAutofit/>
          </a:bodyPr>
          <a:lstStyle/>
          <a:p>
            <a:pPr indent="0" lvl="0" marL="0" marR="0" rtl="0" algn="ctr">
              <a:lnSpc>
                <a:spcPct val="93000"/>
              </a:lnSpc>
              <a:spcBef>
                <a:spcPts val="0"/>
              </a:spcBef>
              <a:spcAft>
                <a:spcPts val="0"/>
              </a:spcAft>
              <a:buClr>
                <a:srgbClr val="FFFFFF"/>
              </a:buClr>
              <a:buSzPts val="2400"/>
              <a:buFont typeface="Arial"/>
              <a:buNone/>
            </a:pPr>
            <a:r>
              <a:rPr b="0" i="0" lang="en-US" sz="2400" u="none">
                <a:solidFill>
                  <a:srgbClr val="FFFFFF"/>
                </a:solidFill>
                <a:latin typeface="Arial"/>
                <a:ea typeface="Arial"/>
                <a:cs typeface="Arial"/>
                <a:sym typeface="Arial"/>
              </a:rPr>
              <a:t>TEST CONDITIONS PENTRU CELE DOUA USER STORIES</a:t>
            </a:r>
            <a:br>
              <a:rPr b="0" i="0" lang="en-US" sz="2400" u="none">
                <a:solidFill>
                  <a:srgbClr val="FFFFFF"/>
                </a:solidFill>
                <a:latin typeface="Arial"/>
                <a:ea typeface="Arial"/>
                <a:cs typeface="Arial"/>
                <a:sym typeface="Arial"/>
              </a:rPr>
            </a:br>
            <a:endParaRPr/>
          </a:p>
        </p:txBody>
      </p:sp>
      <p:sp>
        <p:nvSpPr>
          <p:cNvPr id="310" name="Google Shape;310;p8"/>
          <p:cNvSpPr txBox="1"/>
          <p:nvPr>
            <p:ph idx="1" type="subTitle"/>
          </p:nvPr>
        </p:nvSpPr>
        <p:spPr>
          <a:xfrm>
            <a:off x="360362" y="1079500"/>
            <a:ext cx="9359900" cy="3721100"/>
          </a:xfrm>
          <a:prstGeom prst="rect">
            <a:avLst/>
          </a:prstGeom>
          <a:noFill/>
          <a:ln>
            <a:noFill/>
          </a:ln>
        </p:spPr>
        <p:txBody>
          <a:bodyPr anchorCtr="0" anchor="t" bIns="0" lIns="0" spcFirstLastPara="1" rIns="0" wrap="square" tIns="8800">
            <a:noAutofit/>
          </a:bodyPr>
          <a:lstStyle/>
          <a:p>
            <a:pPr indent="-323850" lvl="0" marL="431800" rtl="0" algn="l">
              <a:lnSpc>
                <a:spcPct val="93000"/>
              </a:lnSpc>
              <a:spcBef>
                <a:spcPts val="0"/>
              </a:spcBef>
              <a:spcAft>
                <a:spcPts val="0"/>
              </a:spcAft>
              <a:buSzPts val="1000"/>
              <a:buNone/>
            </a:pPr>
            <a:r>
              <a:rPr b="1" i="0" lang="en-US" sz="1000" u="none">
                <a:solidFill>
                  <a:srgbClr val="009BDD"/>
                </a:solidFill>
                <a:latin typeface="Arial"/>
                <a:ea typeface="Arial"/>
                <a:cs typeface="Arial"/>
                <a:sym typeface="Arial"/>
              </a:rPr>
              <a:t>Ca si utilizator, vreau să adaug, editez și șterg articole din coșul meu de cumpărături.</a:t>
            </a:r>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se modifica cantitatea unui produs ;</a:t>
            </a:r>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se micsoreaza cantitatea unui produs;</a:t>
            </a:r>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se introduce manual un număr valid (de ex „3”) în caseta de cantitate;</a:t>
            </a:r>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se afiseaza un mesaj de eroare in cazul introducerii unei cantitatii invalide;</a:t>
            </a:r>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 se afiseaza mesajul “ Cantitate indisponibila” in cazul  în care utilizatorul încearcă să seteze o cantitate mai mare decât stocul disponibil;</a:t>
            </a:r>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 se  sterge sau elimina produsul;</a:t>
            </a:r>
            <a:endParaRPr/>
          </a:p>
          <a:p>
            <a:pPr indent="-323850" lvl="0" marL="431800" rtl="0" algn="l">
              <a:lnSpc>
                <a:spcPct val="93000"/>
              </a:lnSpc>
              <a:spcBef>
                <a:spcPts val="1000"/>
              </a:spcBef>
              <a:spcAft>
                <a:spcPts val="0"/>
              </a:spcAft>
              <a:buClr>
                <a:srgbClr val="77CAEE"/>
              </a:buClr>
              <a:buSzPts val="450"/>
              <a:buFont typeface="Noto Sans Symbols"/>
              <a:buChar char="●"/>
            </a:pPr>
            <a:r>
              <a:rPr b="0" i="0" lang="en-US" sz="1000" u="none">
                <a:solidFill>
                  <a:srgbClr val="009BDD"/>
                </a:solidFill>
                <a:latin typeface="Arial"/>
                <a:ea typeface="Arial"/>
                <a:cs typeface="Arial"/>
                <a:sym typeface="Arial"/>
              </a:rPr>
              <a:t>după ce toate articolele sunt șterse, se afiseaza mesajul „Coșul este gol”.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9"/>
          <p:cNvSpPr txBox="1"/>
          <p:nvPr/>
        </p:nvSpPr>
        <p:spPr>
          <a:xfrm>
            <a:off x="360362" y="5219700"/>
            <a:ext cx="2338387" cy="358775"/>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FFFFFF"/>
              </a:buClr>
              <a:buSzPts val="1400"/>
              <a:buFont typeface="Tinos"/>
              <a:buNone/>
            </a:pPr>
            <a:r>
              <a:rPr b="0" i="0" lang="en-US" sz="1400" u="none">
                <a:solidFill>
                  <a:srgbClr val="FFFFFF"/>
                </a:solidFill>
                <a:latin typeface="Tinos"/>
                <a:ea typeface="Tinos"/>
                <a:cs typeface="Tinos"/>
                <a:sym typeface="Tinos"/>
              </a:rPr>
              <a:t>*</a:t>
            </a:r>
            <a:endParaRPr/>
          </a:p>
        </p:txBody>
      </p:sp>
      <p:sp>
        <p:nvSpPr>
          <p:cNvPr id="317" name="Google Shape;317;p9"/>
          <p:cNvSpPr txBox="1"/>
          <p:nvPr/>
        </p:nvSpPr>
        <p:spPr>
          <a:xfrm>
            <a:off x="7380287" y="5219700"/>
            <a:ext cx="2338387" cy="358775"/>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FFFFFF"/>
              </a:buClr>
              <a:buSzPts val="1400"/>
              <a:buFont typeface="Tinos"/>
              <a:buNone/>
            </a:pPr>
            <a:fld id="{00000000-1234-1234-1234-123412341234}" type="slidenum">
              <a:rPr b="0" i="0" lang="en-US" sz="1400" u="none">
                <a:solidFill>
                  <a:srgbClr val="FFFFFF"/>
                </a:solidFill>
                <a:latin typeface="Tinos"/>
                <a:ea typeface="Tinos"/>
                <a:cs typeface="Tinos"/>
                <a:sym typeface="Tinos"/>
              </a:rPr>
              <a:t>‹#›</a:t>
            </a:fld>
            <a:endParaRPr/>
          </a:p>
        </p:txBody>
      </p:sp>
      <p:sp>
        <p:nvSpPr>
          <p:cNvPr id="318" name="Google Shape;318;p9"/>
          <p:cNvSpPr txBox="1"/>
          <p:nvPr>
            <p:ph idx="4294967295" type="title"/>
          </p:nvPr>
        </p:nvSpPr>
        <p:spPr>
          <a:xfrm>
            <a:off x="360362" y="-49212"/>
            <a:ext cx="9359900" cy="936625"/>
          </a:xfrm>
          <a:prstGeom prst="rect">
            <a:avLst/>
          </a:prstGeom>
          <a:noFill/>
          <a:ln>
            <a:noFill/>
          </a:ln>
        </p:spPr>
        <p:txBody>
          <a:bodyPr anchorCtr="0" anchor="ctr" bIns="0" lIns="0" spcFirstLastPara="1" rIns="0" wrap="square" tIns="24675">
            <a:noAutofit/>
          </a:bodyPr>
          <a:lstStyle/>
          <a:p>
            <a:pPr indent="0" lvl="0" marL="0" marR="0" rtl="0" algn="ctr">
              <a:lnSpc>
                <a:spcPct val="93000"/>
              </a:lnSpc>
              <a:spcBef>
                <a:spcPts val="0"/>
              </a:spcBef>
              <a:spcAft>
                <a:spcPts val="0"/>
              </a:spcAft>
              <a:buClr>
                <a:srgbClr val="FFFFFF"/>
              </a:buClr>
              <a:buSzPts val="2400"/>
              <a:buFont typeface="Arial"/>
              <a:buNone/>
            </a:pPr>
            <a:r>
              <a:rPr b="0" i="0" lang="en-US" sz="2400" u="none">
                <a:solidFill>
                  <a:srgbClr val="FFFFFF"/>
                </a:solidFill>
                <a:latin typeface="Arial"/>
                <a:ea typeface="Arial"/>
                <a:cs typeface="Arial"/>
                <a:sym typeface="Arial"/>
              </a:rPr>
              <a:t>TEST CASES PENTRU CELE DOUA USER STORIES</a:t>
            </a:r>
            <a:endParaRPr/>
          </a:p>
        </p:txBody>
      </p:sp>
      <p:pic>
        <p:nvPicPr>
          <p:cNvPr id="319" name="Google Shape;319;p9"/>
          <p:cNvPicPr preferRelativeResize="0"/>
          <p:nvPr/>
        </p:nvPicPr>
        <p:blipFill rotWithShape="1">
          <a:blip r:embed="rId3">
            <a:alphaModFix/>
          </a:blip>
          <a:srcRect b="0" l="0" r="0" t="0"/>
          <a:stretch/>
        </p:blipFill>
        <p:spPr>
          <a:xfrm>
            <a:off x="1619250" y="1123950"/>
            <a:ext cx="6526212" cy="376396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0"/>
          <p:cNvSpPr txBox="1"/>
          <p:nvPr/>
        </p:nvSpPr>
        <p:spPr>
          <a:xfrm>
            <a:off x="360362" y="5219700"/>
            <a:ext cx="2338387" cy="358775"/>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FFFFFF"/>
              </a:buClr>
              <a:buSzPts val="1400"/>
              <a:buFont typeface="Tinos"/>
              <a:buNone/>
            </a:pPr>
            <a:r>
              <a:rPr b="0" i="0" lang="en-US" sz="1400" u="none">
                <a:solidFill>
                  <a:srgbClr val="FFFFFF"/>
                </a:solidFill>
                <a:latin typeface="Tinos"/>
                <a:ea typeface="Tinos"/>
                <a:cs typeface="Tinos"/>
                <a:sym typeface="Tinos"/>
              </a:rPr>
              <a:t>*</a:t>
            </a:r>
            <a:endParaRPr/>
          </a:p>
        </p:txBody>
      </p:sp>
      <p:sp>
        <p:nvSpPr>
          <p:cNvPr id="326" name="Google Shape;326;p10"/>
          <p:cNvSpPr txBox="1"/>
          <p:nvPr/>
        </p:nvSpPr>
        <p:spPr>
          <a:xfrm>
            <a:off x="7380287" y="5219700"/>
            <a:ext cx="2338387" cy="358775"/>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FFFFFF"/>
              </a:buClr>
              <a:buSzPts val="1400"/>
              <a:buFont typeface="Tinos"/>
              <a:buNone/>
            </a:pPr>
            <a:fld id="{00000000-1234-1234-1234-123412341234}" type="slidenum">
              <a:rPr b="0" i="0" lang="en-US" sz="1400" u="none">
                <a:solidFill>
                  <a:srgbClr val="FFFFFF"/>
                </a:solidFill>
                <a:latin typeface="Tinos"/>
                <a:ea typeface="Tinos"/>
                <a:cs typeface="Tinos"/>
                <a:sym typeface="Tinos"/>
              </a:rPr>
              <a:t>‹#›</a:t>
            </a:fld>
            <a:endParaRPr/>
          </a:p>
        </p:txBody>
      </p:sp>
      <p:sp>
        <p:nvSpPr>
          <p:cNvPr id="327" name="Google Shape;327;p10"/>
          <p:cNvSpPr txBox="1"/>
          <p:nvPr>
            <p:ph idx="4294967295" type="title"/>
          </p:nvPr>
        </p:nvSpPr>
        <p:spPr>
          <a:xfrm>
            <a:off x="360362" y="-49212"/>
            <a:ext cx="9359900" cy="936625"/>
          </a:xfrm>
          <a:prstGeom prst="rect">
            <a:avLst/>
          </a:prstGeom>
          <a:noFill/>
          <a:ln>
            <a:noFill/>
          </a:ln>
        </p:spPr>
        <p:txBody>
          <a:bodyPr anchorCtr="0" anchor="ctr" bIns="0" lIns="0" spcFirstLastPara="1" rIns="0" wrap="square" tIns="24675">
            <a:noAutofit/>
          </a:bodyPr>
          <a:lstStyle/>
          <a:p>
            <a:pPr indent="0" lvl="0" marL="0" marR="0" rtl="0" algn="ctr">
              <a:lnSpc>
                <a:spcPct val="93000"/>
              </a:lnSpc>
              <a:spcBef>
                <a:spcPts val="0"/>
              </a:spcBef>
              <a:spcAft>
                <a:spcPts val="0"/>
              </a:spcAft>
              <a:buClr>
                <a:srgbClr val="FFFFFF"/>
              </a:buClr>
              <a:buSzPts val="2400"/>
              <a:buFont typeface="Arial"/>
              <a:buNone/>
            </a:pPr>
            <a:r>
              <a:rPr b="0" i="0" lang="en-US" sz="2400" u="none">
                <a:solidFill>
                  <a:srgbClr val="FFFFFF"/>
                </a:solidFill>
                <a:latin typeface="Arial"/>
                <a:ea typeface="Arial"/>
                <a:cs typeface="Arial"/>
                <a:sym typeface="Arial"/>
              </a:rPr>
              <a:t>TEST CASES PENTRU CELE DOUA USER STORIES</a:t>
            </a:r>
            <a:endParaRPr/>
          </a:p>
        </p:txBody>
      </p:sp>
      <p:pic>
        <p:nvPicPr>
          <p:cNvPr id="328" name="Google Shape;328;p10"/>
          <p:cNvPicPr preferRelativeResize="0"/>
          <p:nvPr/>
        </p:nvPicPr>
        <p:blipFill rotWithShape="1">
          <a:blip r:embed="rId3">
            <a:alphaModFix/>
          </a:blip>
          <a:srcRect b="0" l="0" r="0" t="0"/>
          <a:stretch/>
        </p:blipFill>
        <p:spPr>
          <a:xfrm>
            <a:off x="1439862" y="1169987"/>
            <a:ext cx="6926262" cy="3743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1"/>
          <p:cNvSpPr txBox="1"/>
          <p:nvPr>
            <p:ph type="title"/>
          </p:nvPr>
        </p:nvSpPr>
        <p:spPr>
          <a:xfrm>
            <a:off x="360362" y="179387"/>
            <a:ext cx="9358312" cy="476250"/>
          </a:xfrm>
          <a:prstGeom prst="rect">
            <a:avLst/>
          </a:prstGeom>
          <a:noFill/>
          <a:ln>
            <a:noFill/>
          </a:ln>
        </p:spPr>
        <p:txBody>
          <a:bodyPr anchorCtr="0" anchor="ctr" bIns="0" lIns="0" spcFirstLastPara="1" rIns="0" wrap="square" tIns="0">
            <a:noAutofit/>
          </a:bodyPr>
          <a:lstStyle/>
          <a:p>
            <a:pPr indent="0" lvl="0" marL="0" rtl="0" algn="ctr">
              <a:lnSpc>
                <a:spcPct val="93000"/>
              </a:lnSpc>
              <a:spcBef>
                <a:spcPts val="0"/>
              </a:spcBef>
              <a:spcAft>
                <a:spcPts val="0"/>
              </a:spcAft>
              <a:buSzPts val="3300"/>
              <a:buNone/>
            </a:pPr>
            <a:r>
              <a:rPr b="0" i="0" lang="en-US" sz="3300" u="none">
                <a:solidFill>
                  <a:srgbClr val="FFFFFF"/>
                </a:solidFill>
                <a:latin typeface="Arial"/>
                <a:ea typeface="Arial"/>
                <a:cs typeface="Arial"/>
                <a:sym typeface="Arial"/>
              </a:rPr>
              <a:t>TEST CASE DETALIAT</a:t>
            </a:r>
            <a:br>
              <a:rPr b="0" i="0" lang="en-US" sz="3300" u="none">
                <a:solidFill>
                  <a:srgbClr val="FFFFFF"/>
                </a:solidFill>
                <a:latin typeface="Arial"/>
                <a:ea typeface="Arial"/>
                <a:cs typeface="Arial"/>
                <a:sym typeface="Arial"/>
              </a:rPr>
            </a:br>
            <a:endParaRPr/>
          </a:p>
        </p:txBody>
      </p:sp>
      <p:pic>
        <p:nvPicPr>
          <p:cNvPr id="334" name="Google Shape;334;p11"/>
          <p:cNvPicPr preferRelativeResize="0"/>
          <p:nvPr>
            <p:ph idx="1" type="body"/>
          </p:nvPr>
        </p:nvPicPr>
        <p:blipFill rotWithShape="1">
          <a:blip r:embed="rId3">
            <a:alphaModFix/>
          </a:blip>
          <a:srcRect b="0" l="0" r="0" t="0"/>
          <a:stretch/>
        </p:blipFill>
        <p:spPr>
          <a:xfrm>
            <a:off x="1630362" y="1079500"/>
            <a:ext cx="6818312" cy="359886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12"/>
          <p:cNvSpPr txBox="1"/>
          <p:nvPr>
            <p:ph type="title"/>
          </p:nvPr>
        </p:nvSpPr>
        <p:spPr>
          <a:xfrm>
            <a:off x="360362" y="179387"/>
            <a:ext cx="9358312" cy="476250"/>
          </a:xfrm>
          <a:prstGeom prst="rect">
            <a:avLst/>
          </a:prstGeom>
          <a:noFill/>
          <a:ln>
            <a:noFill/>
          </a:ln>
        </p:spPr>
        <p:txBody>
          <a:bodyPr anchorCtr="0" anchor="ctr" bIns="0" lIns="0" spcFirstLastPara="1" rIns="0" wrap="square" tIns="0">
            <a:noAutofit/>
          </a:bodyPr>
          <a:lstStyle/>
          <a:p>
            <a:pPr indent="0" lvl="0" marL="0" rtl="0" algn="ctr">
              <a:lnSpc>
                <a:spcPct val="93000"/>
              </a:lnSpc>
              <a:spcBef>
                <a:spcPts val="0"/>
              </a:spcBef>
              <a:spcAft>
                <a:spcPts val="0"/>
              </a:spcAft>
              <a:buSzPts val="3300"/>
              <a:buNone/>
            </a:pPr>
            <a:r>
              <a:rPr b="0" i="0" lang="en-US" sz="3300" u="none">
                <a:solidFill>
                  <a:srgbClr val="FFFFFF"/>
                </a:solidFill>
                <a:latin typeface="Arial"/>
                <a:ea typeface="Arial"/>
                <a:cs typeface="Arial"/>
                <a:sym typeface="Arial"/>
              </a:rPr>
              <a:t>TEST CASE DETALIAT</a:t>
            </a:r>
            <a:br>
              <a:rPr b="0" i="0" lang="en-US" sz="3300" u="none">
                <a:solidFill>
                  <a:srgbClr val="FFFFFF"/>
                </a:solidFill>
                <a:latin typeface="Arial"/>
                <a:ea typeface="Arial"/>
                <a:cs typeface="Arial"/>
                <a:sym typeface="Arial"/>
              </a:rPr>
            </a:br>
            <a:endParaRPr/>
          </a:p>
        </p:txBody>
      </p:sp>
      <p:pic>
        <p:nvPicPr>
          <p:cNvPr id="340" name="Google Shape;340;p12"/>
          <p:cNvPicPr preferRelativeResize="0"/>
          <p:nvPr>
            <p:ph idx="1" type="body"/>
          </p:nvPr>
        </p:nvPicPr>
        <p:blipFill rotWithShape="1">
          <a:blip r:embed="rId3">
            <a:alphaModFix/>
          </a:blip>
          <a:srcRect b="0" l="0" r="0" t="0"/>
          <a:stretch/>
        </p:blipFill>
        <p:spPr>
          <a:xfrm>
            <a:off x="1590675" y="1079500"/>
            <a:ext cx="6897687" cy="359886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13"/>
          <p:cNvSpPr txBox="1"/>
          <p:nvPr>
            <p:ph type="title"/>
          </p:nvPr>
        </p:nvSpPr>
        <p:spPr>
          <a:xfrm>
            <a:off x="360362" y="179387"/>
            <a:ext cx="9358312" cy="476250"/>
          </a:xfrm>
          <a:prstGeom prst="rect">
            <a:avLst/>
          </a:prstGeom>
          <a:noFill/>
          <a:ln>
            <a:noFill/>
          </a:ln>
        </p:spPr>
        <p:txBody>
          <a:bodyPr anchorCtr="0" anchor="ctr" bIns="0" lIns="0" spcFirstLastPara="1" rIns="0" wrap="square" tIns="0">
            <a:noAutofit/>
          </a:bodyPr>
          <a:lstStyle/>
          <a:p>
            <a:pPr indent="0" lvl="0" marL="0" rtl="0" algn="ctr">
              <a:lnSpc>
                <a:spcPct val="93000"/>
              </a:lnSpc>
              <a:spcBef>
                <a:spcPts val="0"/>
              </a:spcBef>
              <a:spcAft>
                <a:spcPts val="0"/>
              </a:spcAft>
              <a:buSzPts val="3300"/>
              <a:buNone/>
            </a:pPr>
            <a:r>
              <a:rPr b="0" i="0" lang="en-US" sz="3300" u="none">
                <a:solidFill>
                  <a:srgbClr val="FFFFFF"/>
                </a:solidFill>
                <a:latin typeface="Arial"/>
                <a:ea typeface="Arial"/>
                <a:cs typeface="Arial"/>
                <a:sym typeface="Arial"/>
              </a:rPr>
              <a:t>RULAREA TESTELOR</a:t>
            </a:r>
            <a:endParaRPr/>
          </a:p>
        </p:txBody>
      </p:sp>
      <p:pic>
        <p:nvPicPr>
          <p:cNvPr id="346" name="Google Shape;346;p13"/>
          <p:cNvPicPr preferRelativeResize="0"/>
          <p:nvPr>
            <p:ph idx="1" type="body"/>
          </p:nvPr>
        </p:nvPicPr>
        <p:blipFill rotWithShape="1">
          <a:blip r:embed="rId3">
            <a:alphaModFix/>
          </a:blip>
          <a:srcRect b="0" l="0" r="0" t="0"/>
          <a:stretch/>
        </p:blipFill>
        <p:spPr>
          <a:xfrm>
            <a:off x="458787" y="1079500"/>
            <a:ext cx="9159875" cy="359886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14"/>
          <p:cNvSpPr txBox="1"/>
          <p:nvPr>
            <p:ph type="title"/>
          </p:nvPr>
        </p:nvSpPr>
        <p:spPr>
          <a:xfrm>
            <a:off x="360362" y="179387"/>
            <a:ext cx="9358312" cy="476250"/>
          </a:xfrm>
          <a:prstGeom prst="rect">
            <a:avLst/>
          </a:prstGeom>
          <a:noFill/>
          <a:ln>
            <a:noFill/>
          </a:ln>
        </p:spPr>
        <p:txBody>
          <a:bodyPr anchorCtr="0" anchor="ctr" bIns="0" lIns="0" spcFirstLastPara="1" rIns="0" wrap="square" tIns="0">
            <a:noAutofit/>
          </a:bodyPr>
          <a:lstStyle/>
          <a:p>
            <a:pPr indent="0" lvl="0" marL="0" rtl="0" algn="ctr">
              <a:lnSpc>
                <a:spcPct val="93000"/>
              </a:lnSpc>
              <a:spcBef>
                <a:spcPts val="0"/>
              </a:spcBef>
              <a:spcAft>
                <a:spcPts val="0"/>
              </a:spcAft>
              <a:buSzPts val="3300"/>
              <a:buNone/>
            </a:pPr>
            <a:r>
              <a:rPr b="0" i="0" lang="en-US" sz="3300" u="none">
                <a:solidFill>
                  <a:srgbClr val="FFFFFF"/>
                </a:solidFill>
                <a:latin typeface="Arial"/>
                <a:ea typeface="Arial"/>
                <a:cs typeface="Arial"/>
                <a:sym typeface="Arial"/>
              </a:rPr>
              <a:t>RULAREA TESTELOR</a:t>
            </a:r>
            <a:endParaRPr/>
          </a:p>
        </p:txBody>
      </p:sp>
      <p:pic>
        <p:nvPicPr>
          <p:cNvPr id="352" name="Google Shape;352;p14"/>
          <p:cNvPicPr preferRelativeResize="0"/>
          <p:nvPr>
            <p:ph idx="1" type="body"/>
          </p:nvPr>
        </p:nvPicPr>
        <p:blipFill rotWithShape="1">
          <a:blip r:embed="rId3">
            <a:alphaModFix/>
          </a:blip>
          <a:srcRect b="0" l="0" r="0" t="0"/>
          <a:stretch/>
        </p:blipFill>
        <p:spPr>
          <a:xfrm>
            <a:off x="395287" y="1079500"/>
            <a:ext cx="9288462" cy="359886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15"/>
          <p:cNvSpPr txBox="1"/>
          <p:nvPr>
            <p:ph type="title"/>
          </p:nvPr>
        </p:nvSpPr>
        <p:spPr>
          <a:xfrm>
            <a:off x="360362" y="179387"/>
            <a:ext cx="9358312" cy="476250"/>
          </a:xfrm>
          <a:prstGeom prst="rect">
            <a:avLst/>
          </a:prstGeom>
          <a:noFill/>
          <a:ln>
            <a:noFill/>
          </a:ln>
        </p:spPr>
        <p:txBody>
          <a:bodyPr anchorCtr="0" anchor="ctr" bIns="0" lIns="0" spcFirstLastPara="1" rIns="0" wrap="square" tIns="0">
            <a:noAutofit/>
          </a:bodyPr>
          <a:lstStyle/>
          <a:p>
            <a:pPr indent="0" lvl="0" marL="0" rtl="0" algn="ctr">
              <a:lnSpc>
                <a:spcPct val="93000"/>
              </a:lnSpc>
              <a:spcBef>
                <a:spcPts val="0"/>
              </a:spcBef>
              <a:spcAft>
                <a:spcPts val="0"/>
              </a:spcAft>
              <a:buSzPts val="3300"/>
              <a:buNone/>
            </a:pPr>
            <a:r>
              <a:rPr b="0" i="0" lang="en-US" sz="3300" u="none">
                <a:solidFill>
                  <a:srgbClr val="FFFFFF"/>
                </a:solidFill>
                <a:latin typeface="Arial"/>
                <a:ea typeface="Arial"/>
                <a:cs typeface="Arial"/>
                <a:sym typeface="Arial"/>
              </a:rPr>
              <a:t>RAPORTAREA BUGURILOR</a:t>
            </a:r>
            <a:br>
              <a:rPr b="0" i="0" lang="en-US" sz="3300" u="none">
                <a:solidFill>
                  <a:srgbClr val="FFFFFF"/>
                </a:solidFill>
                <a:latin typeface="Arial"/>
                <a:ea typeface="Arial"/>
                <a:cs typeface="Arial"/>
                <a:sym typeface="Arial"/>
              </a:rPr>
            </a:br>
            <a:endParaRPr/>
          </a:p>
        </p:txBody>
      </p:sp>
      <p:pic>
        <p:nvPicPr>
          <p:cNvPr id="358" name="Google Shape;358;p15"/>
          <p:cNvPicPr preferRelativeResize="0"/>
          <p:nvPr>
            <p:ph idx="1" type="body"/>
          </p:nvPr>
        </p:nvPicPr>
        <p:blipFill rotWithShape="1">
          <a:blip r:embed="rId3">
            <a:alphaModFix/>
          </a:blip>
          <a:srcRect b="0" l="0" r="0" t="0"/>
          <a:stretch/>
        </p:blipFill>
        <p:spPr>
          <a:xfrm>
            <a:off x="1343025" y="1079500"/>
            <a:ext cx="7391400" cy="359886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16"/>
          <p:cNvSpPr txBox="1"/>
          <p:nvPr>
            <p:ph type="title"/>
          </p:nvPr>
        </p:nvSpPr>
        <p:spPr>
          <a:xfrm>
            <a:off x="360362" y="179387"/>
            <a:ext cx="9358312" cy="476250"/>
          </a:xfrm>
          <a:prstGeom prst="rect">
            <a:avLst/>
          </a:prstGeom>
          <a:noFill/>
          <a:ln>
            <a:noFill/>
          </a:ln>
        </p:spPr>
        <p:txBody>
          <a:bodyPr anchorCtr="0" anchor="ctr" bIns="0" lIns="0" spcFirstLastPara="1" rIns="0" wrap="square" tIns="0">
            <a:noAutofit/>
          </a:bodyPr>
          <a:lstStyle/>
          <a:p>
            <a:pPr indent="0" lvl="0" marL="0" rtl="0" algn="ctr">
              <a:lnSpc>
                <a:spcPct val="93000"/>
              </a:lnSpc>
              <a:spcBef>
                <a:spcPts val="0"/>
              </a:spcBef>
              <a:spcAft>
                <a:spcPts val="0"/>
              </a:spcAft>
              <a:buSzPts val="3300"/>
              <a:buNone/>
            </a:pPr>
            <a:r>
              <a:rPr b="0" i="0" lang="en-US" sz="3300" u="none">
                <a:solidFill>
                  <a:srgbClr val="FFFFFF"/>
                </a:solidFill>
                <a:latin typeface="Arial"/>
                <a:ea typeface="Arial"/>
                <a:cs typeface="Arial"/>
                <a:sym typeface="Arial"/>
              </a:rPr>
              <a:t>RAPORTAREA BUGURILOR</a:t>
            </a:r>
            <a:endParaRPr/>
          </a:p>
        </p:txBody>
      </p:sp>
      <p:pic>
        <p:nvPicPr>
          <p:cNvPr id="364" name="Google Shape;364;p16"/>
          <p:cNvPicPr preferRelativeResize="0"/>
          <p:nvPr>
            <p:ph idx="1" type="body"/>
          </p:nvPr>
        </p:nvPicPr>
        <p:blipFill rotWithShape="1">
          <a:blip r:embed="rId3">
            <a:alphaModFix/>
          </a:blip>
          <a:srcRect b="0" l="0" r="0" t="0"/>
          <a:stretch/>
        </p:blipFill>
        <p:spPr>
          <a:xfrm>
            <a:off x="1355725" y="1079500"/>
            <a:ext cx="7367587" cy="359886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7"/>
          <p:cNvSpPr txBox="1"/>
          <p:nvPr>
            <p:ph type="title"/>
          </p:nvPr>
        </p:nvSpPr>
        <p:spPr>
          <a:xfrm>
            <a:off x="360362" y="179387"/>
            <a:ext cx="9358312" cy="476250"/>
          </a:xfrm>
          <a:prstGeom prst="rect">
            <a:avLst/>
          </a:prstGeom>
          <a:noFill/>
          <a:ln>
            <a:noFill/>
          </a:ln>
        </p:spPr>
        <p:txBody>
          <a:bodyPr anchorCtr="0" anchor="ctr" bIns="0" lIns="0" spcFirstLastPara="1" rIns="0" wrap="square" tIns="0">
            <a:noAutofit/>
          </a:bodyPr>
          <a:lstStyle/>
          <a:p>
            <a:pPr indent="0" lvl="0" marL="0" rtl="0" algn="ctr">
              <a:lnSpc>
                <a:spcPct val="93000"/>
              </a:lnSpc>
              <a:spcBef>
                <a:spcPts val="0"/>
              </a:spcBef>
              <a:spcAft>
                <a:spcPts val="0"/>
              </a:spcAft>
              <a:buSzPts val="3300"/>
              <a:buNone/>
            </a:pPr>
            <a:r>
              <a:rPr b="0" i="0" lang="en-US" sz="3300" u="none">
                <a:solidFill>
                  <a:srgbClr val="FFFFFF"/>
                </a:solidFill>
                <a:latin typeface="Arial"/>
                <a:ea typeface="Arial"/>
                <a:cs typeface="Arial"/>
                <a:sym typeface="Arial"/>
              </a:rPr>
              <a:t>RAPORTAREA BUGURILOR</a:t>
            </a:r>
            <a:endParaRPr/>
          </a:p>
        </p:txBody>
      </p:sp>
      <p:pic>
        <p:nvPicPr>
          <p:cNvPr id="370" name="Google Shape;370;p17"/>
          <p:cNvPicPr preferRelativeResize="0"/>
          <p:nvPr>
            <p:ph idx="1" type="body"/>
          </p:nvPr>
        </p:nvPicPr>
        <p:blipFill rotWithShape="1">
          <a:blip r:embed="rId3">
            <a:alphaModFix/>
          </a:blip>
          <a:srcRect b="0" l="0" r="0" t="0"/>
          <a:stretch/>
        </p:blipFill>
        <p:spPr>
          <a:xfrm>
            <a:off x="1085850" y="1125537"/>
            <a:ext cx="7905750" cy="3505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18"/>
          <p:cNvSpPr txBox="1"/>
          <p:nvPr/>
        </p:nvSpPr>
        <p:spPr>
          <a:xfrm>
            <a:off x="360362" y="5219700"/>
            <a:ext cx="2338387" cy="358775"/>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FFFFFF"/>
              </a:buClr>
              <a:buSzPts val="1400"/>
              <a:buFont typeface="Tinos"/>
              <a:buNone/>
            </a:pPr>
            <a:r>
              <a:rPr b="0" i="0" lang="en-US" sz="1400" u="none">
                <a:solidFill>
                  <a:srgbClr val="FFFFFF"/>
                </a:solidFill>
                <a:latin typeface="Tinos"/>
                <a:ea typeface="Tinos"/>
                <a:cs typeface="Tinos"/>
                <a:sym typeface="Tinos"/>
              </a:rPr>
              <a:t>*</a:t>
            </a:r>
            <a:endParaRPr/>
          </a:p>
        </p:txBody>
      </p:sp>
      <p:sp>
        <p:nvSpPr>
          <p:cNvPr id="377" name="Google Shape;377;p18"/>
          <p:cNvSpPr txBox="1"/>
          <p:nvPr/>
        </p:nvSpPr>
        <p:spPr>
          <a:xfrm>
            <a:off x="7380287" y="5219700"/>
            <a:ext cx="2338387" cy="358775"/>
          </a:xfrm>
          <a:prstGeom prst="rect">
            <a:avLst/>
          </a:prstGeom>
          <a:noFill/>
          <a:ln>
            <a:noFill/>
          </a:ln>
        </p:spPr>
        <p:txBody>
          <a:bodyPr anchorCtr="0" anchor="t" bIns="0" lIns="0" spcFirstLastPara="1" rIns="0" wrap="square" tIns="0">
            <a:noAutofit/>
          </a:bodyPr>
          <a:lstStyle/>
          <a:p>
            <a:pPr indent="0" lvl="0" marL="0" marR="0" rtl="0" algn="r">
              <a:lnSpc>
                <a:spcPct val="93000"/>
              </a:lnSpc>
              <a:spcBef>
                <a:spcPts val="0"/>
              </a:spcBef>
              <a:spcAft>
                <a:spcPts val="0"/>
              </a:spcAft>
              <a:buClr>
                <a:srgbClr val="FFFFFF"/>
              </a:buClr>
              <a:buSzPts val="1400"/>
              <a:buFont typeface="Tinos"/>
              <a:buNone/>
            </a:pPr>
            <a:fld id="{00000000-1234-1234-1234-123412341234}" type="slidenum">
              <a:rPr b="0" i="0" lang="en-US" sz="1400" u="none">
                <a:solidFill>
                  <a:srgbClr val="FFFFFF"/>
                </a:solidFill>
                <a:latin typeface="Tinos"/>
                <a:ea typeface="Tinos"/>
                <a:cs typeface="Tinos"/>
                <a:sym typeface="Tinos"/>
              </a:rPr>
              <a:t>‹#›</a:t>
            </a:fld>
            <a:endParaRPr/>
          </a:p>
        </p:txBody>
      </p:sp>
      <p:sp>
        <p:nvSpPr>
          <p:cNvPr id="378" name="Google Shape;378;p18"/>
          <p:cNvSpPr txBox="1"/>
          <p:nvPr>
            <p:ph idx="4294967295" type="title"/>
          </p:nvPr>
        </p:nvSpPr>
        <p:spPr>
          <a:xfrm>
            <a:off x="360362" y="-49212"/>
            <a:ext cx="9359900" cy="936625"/>
          </a:xfrm>
          <a:prstGeom prst="rect">
            <a:avLst/>
          </a:prstGeom>
          <a:noFill/>
          <a:ln>
            <a:noFill/>
          </a:ln>
        </p:spPr>
        <p:txBody>
          <a:bodyPr anchorCtr="0" anchor="ctr" bIns="0" lIns="0" spcFirstLastPara="1" rIns="0" wrap="square" tIns="24675">
            <a:noAutofit/>
          </a:bodyPr>
          <a:lstStyle/>
          <a:p>
            <a:pPr indent="0" lvl="0" marL="0" marR="0" rtl="0" algn="ctr">
              <a:lnSpc>
                <a:spcPct val="93000"/>
              </a:lnSpc>
              <a:spcBef>
                <a:spcPts val="0"/>
              </a:spcBef>
              <a:spcAft>
                <a:spcPts val="0"/>
              </a:spcAft>
              <a:buClr>
                <a:srgbClr val="FFFFFF"/>
              </a:buClr>
              <a:buSzPts val="2400"/>
              <a:buFont typeface="Arial"/>
              <a:buNone/>
            </a:pPr>
            <a:r>
              <a:rPr b="0" i="0" lang="en-US" sz="2400" u="none">
                <a:solidFill>
                  <a:srgbClr val="FFFFFF"/>
                </a:solidFill>
                <a:latin typeface="Arial"/>
                <a:ea typeface="Arial"/>
                <a:cs typeface="Arial"/>
                <a:sym typeface="Arial"/>
              </a:rPr>
              <a:t>MATRICEA DE TRASABILITATE</a:t>
            </a:r>
            <a:endParaRPr/>
          </a:p>
        </p:txBody>
      </p:sp>
      <p:sp>
        <p:nvSpPr>
          <p:cNvPr id="379" name="Google Shape;379;p18"/>
          <p:cNvSpPr txBox="1"/>
          <p:nvPr/>
        </p:nvSpPr>
        <p:spPr>
          <a:xfrm>
            <a:off x="279400" y="887412"/>
            <a:ext cx="9280525" cy="3900487"/>
          </a:xfrm>
          <a:prstGeom prst="rect">
            <a:avLst/>
          </a:prstGeom>
          <a:noFill/>
          <a:ln>
            <a:noFill/>
          </a:ln>
        </p:spPr>
        <p:txBody>
          <a:bodyPr anchorCtr="0" anchor="t" bIns="45700" lIns="91425" spcFirstLastPara="1" rIns="91425" wrap="square" tIns="45700">
            <a:noAutofit/>
          </a:bodyPr>
          <a:lstStyle/>
          <a:p>
            <a:pPr indent="0" lvl="0" marL="0" marR="0" rtl="0" algn="l">
              <a:lnSpc>
                <a:spcPct val="93000"/>
              </a:lnSpc>
              <a:spcBef>
                <a:spcPts val="0"/>
              </a:spcBef>
              <a:spcAft>
                <a:spcPts val="0"/>
              </a:spcAft>
              <a:buNone/>
            </a:pPr>
            <a:r>
              <a:t/>
            </a:r>
            <a:endParaRPr b="0" i="0" sz="1800" u="none">
              <a:solidFill>
                <a:srgbClr val="000000"/>
              </a:solidFill>
              <a:latin typeface="Arial"/>
              <a:ea typeface="Arial"/>
              <a:cs typeface="Arial"/>
              <a:sym typeface="Arial"/>
            </a:endParaRPr>
          </a:p>
        </p:txBody>
      </p:sp>
      <p:pic>
        <p:nvPicPr>
          <p:cNvPr id="380" name="Google Shape;380;p18"/>
          <p:cNvPicPr preferRelativeResize="0"/>
          <p:nvPr/>
        </p:nvPicPr>
        <p:blipFill rotWithShape="1">
          <a:blip r:embed="rId3">
            <a:alphaModFix/>
          </a:blip>
          <a:srcRect b="0" l="0" r="0" t="0"/>
          <a:stretch/>
        </p:blipFill>
        <p:spPr>
          <a:xfrm>
            <a:off x="539750" y="720725"/>
            <a:ext cx="8483600" cy="435451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19"/>
          <p:cNvSpPr txBox="1"/>
          <p:nvPr>
            <p:ph type="title"/>
          </p:nvPr>
        </p:nvSpPr>
        <p:spPr>
          <a:xfrm>
            <a:off x="360362" y="179387"/>
            <a:ext cx="9358312" cy="476250"/>
          </a:xfrm>
          <a:prstGeom prst="rect">
            <a:avLst/>
          </a:prstGeom>
          <a:noFill/>
          <a:ln>
            <a:noFill/>
          </a:ln>
        </p:spPr>
        <p:txBody>
          <a:bodyPr anchorCtr="0" anchor="ctr" bIns="0" lIns="0" spcFirstLastPara="1" rIns="0" wrap="square" tIns="0">
            <a:noAutofit/>
          </a:bodyPr>
          <a:lstStyle/>
          <a:p>
            <a:pPr indent="0" lvl="0" marL="0" rtl="0" algn="ctr">
              <a:lnSpc>
                <a:spcPct val="93000"/>
              </a:lnSpc>
              <a:spcBef>
                <a:spcPts val="0"/>
              </a:spcBef>
              <a:spcAft>
                <a:spcPts val="0"/>
              </a:spcAft>
              <a:buSzPts val="3300"/>
              <a:buNone/>
            </a:pPr>
            <a:r>
              <a:rPr b="0" i="0" lang="en-US" sz="3300" u="none">
                <a:solidFill>
                  <a:srgbClr val="FFFFFF"/>
                </a:solidFill>
                <a:latin typeface="Arial"/>
                <a:ea typeface="Arial"/>
                <a:cs typeface="Arial"/>
                <a:sym typeface="Arial"/>
              </a:rPr>
              <a:t>CONCLUZIA</a:t>
            </a:r>
            <a:endParaRPr/>
          </a:p>
        </p:txBody>
      </p:sp>
      <p:sp>
        <p:nvSpPr>
          <p:cNvPr id="386" name="Google Shape;386;p19"/>
          <p:cNvSpPr txBox="1"/>
          <p:nvPr>
            <p:ph idx="1" type="body"/>
          </p:nvPr>
        </p:nvSpPr>
        <p:spPr>
          <a:xfrm>
            <a:off x="360362" y="1079500"/>
            <a:ext cx="9358312" cy="3598862"/>
          </a:xfrm>
          <a:prstGeom prst="rect">
            <a:avLst/>
          </a:prstGeom>
          <a:noFill/>
          <a:ln>
            <a:noFill/>
          </a:ln>
        </p:spPr>
        <p:txBody>
          <a:bodyPr anchorCtr="0" anchor="t" bIns="0" lIns="0" spcFirstLastPara="1" rIns="0" wrap="square" tIns="21150">
            <a:noAutofit/>
          </a:bodyPr>
          <a:lstStyle/>
          <a:p>
            <a:pPr indent="0" lvl="0" marL="342900" marR="0" rtl="0" algn="just">
              <a:lnSpc>
                <a:spcPct val="93000"/>
              </a:lnSpc>
              <a:spcBef>
                <a:spcPts val="0"/>
              </a:spcBef>
              <a:spcAft>
                <a:spcPts val="0"/>
              </a:spcAft>
              <a:buClr>
                <a:srgbClr val="009BDD"/>
              </a:buClr>
              <a:buSzPts val="2400"/>
              <a:buFont typeface="Arial"/>
              <a:buNone/>
            </a:pPr>
            <a:r>
              <a:rPr b="0" i="0" lang="en-US" sz="2400" u="none">
                <a:solidFill>
                  <a:srgbClr val="009BDD"/>
                </a:solidFill>
                <a:latin typeface="Arial"/>
                <a:ea typeface="Arial"/>
                <a:cs typeface="Arial"/>
                <a:sym typeface="Arial"/>
              </a:rPr>
              <a:t>Acest proiect a implicat un numar total de 21 de teste din care 16 au trecut si 5 au esuat, inclusiv probleme legate de reducerea cantității, actualizarea prețului total al coșului și afișarea mesajelor de eroare la căutare. Severitatea a variat de la mare la scazuta si prioritatea de la mare la medie. Avand in vedere aceste detalii, concluzionam ca sistemul nu este pregătit pentru producție până la remedierea problemelor identificate, deoarece afectează funcționalități esențiale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OI_THEME_TEMPLATE_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OI_THEME_TEMPLATE_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2024-12-14T09:24:20Z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60A056B024714C359473C44E0115B9CA_12</vt:lpwstr>
  </property>
  <property fmtid="{D5CDD505-2E9C-101B-9397-08002B2CF9AE}" pid="3" name="KSOProductBuildVer">
    <vt:lpwstr>1033-12.2.0.19805</vt:lpwstr>
  </property>
</Properties>
</file>